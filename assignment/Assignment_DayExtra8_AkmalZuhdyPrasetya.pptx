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708" r:id="rId1"/>
    <p:sldMasterId id="2147483709" r:id="rId2"/>
  </p:sldMasterIdLst>
  <p:notesMasterIdLst>
    <p:notesMasterId r:id="rId27"/>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Lst>
  <p:sldSz cx="9144000" cy="5143500" type="screen16x9"/>
  <p:notesSz cx="6858000" cy="9144000"/>
  <p:embeddedFontLst>
    <p:embeddedFont>
      <p:font typeface="IBM Plex Sans" panose="020B0503050203000203" pitchFamily="34" charset="0"/>
      <p:regular r:id="rId28"/>
      <p:bold r:id="rId29"/>
      <p:italic r:id="rId30"/>
      <p:boldItalic r:id="rId31"/>
    </p:embeddedFont>
    <p:embeddedFont>
      <p:font typeface="IBM Plex Sans Medium" panose="020B0603050203000203" pitchFamily="34" charset="0"/>
      <p:regular r:id="rId32"/>
      <p:bold r:id="rId33"/>
      <p:italic r:id="rId34"/>
      <p:boldItalic r:id="rId35"/>
    </p:embeddedFont>
    <p:embeddedFont>
      <p:font typeface="IBM Plex Sans SemiBold" panose="020B0703050203000203" pitchFamily="34" charset="0"/>
      <p:regular r:id="rId36"/>
      <p:bold r:id="rId37"/>
      <p:italic r:id="rId38"/>
      <p:boldItalic r:id="rId39"/>
    </p:embeddedFont>
    <p:embeddedFont>
      <p:font typeface="Sora" panose="020B0604020202020204" charset="0"/>
      <p:regular r:id="rId40"/>
      <p:bold r:id="rId41"/>
    </p:embeddedFont>
    <p:embeddedFont>
      <p:font typeface="Sora ExtraLight" panose="020B0604020202020204" charset="0"/>
      <p:regular r:id="rId42"/>
      <p:bold r:id="rId43"/>
    </p:embeddedFont>
    <p:embeddedFont>
      <p:font typeface="Sora Light" panose="020B0604020202020204" charset="0"/>
      <p:regular r:id="rId44"/>
      <p:bold r:id="rId45"/>
    </p:embeddedFont>
    <p:embeddedFont>
      <p:font typeface="Sora Medium" panose="020B0604020202020204" charset="0"/>
      <p:regular r:id="rId46"/>
      <p:bold r:id="rId47"/>
    </p:embeddedFont>
    <p:embeddedFont>
      <p:font typeface="Sora SemiBold" panose="020B0604020202020204" charset="0"/>
      <p:regular r:id="rId48"/>
      <p:bold r:id="rId4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6" d="100"/>
          <a:sy n="146" d="100"/>
        </p:scale>
        <p:origin x="594" y="11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font" Target="fonts/font12.fntdata"/><Relationship Id="rId21" Type="http://schemas.openxmlformats.org/officeDocument/2006/relationships/slide" Target="slides/slide19.xml"/><Relationship Id="rId34" Type="http://schemas.openxmlformats.org/officeDocument/2006/relationships/font" Target="fonts/font7.fntdata"/><Relationship Id="rId42" Type="http://schemas.openxmlformats.org/officeDocument/2006/relationships/font" Target="fonts/font15.fntdata"/><Relationship Id="rId47" Type="http://schemas.openxmlformats.org/officeDocument/2006/relationships/font" Target="fonts/font20.fntdata"/><Relationship Id="rId50"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font" Target="fonts/font2.fntdata"/><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font" Target="fonts/font18.fntdata"/><Relationship Id="rId53" Type="http://schemas.openxmlformats.org/officeDocument/2006/relationships/tableStyles" Target="tableStyles.xml"/><Relationship Id="rId5" Type="http://schemas.openxmlformats.org/officeDocument/2006/relationships/slide" Target="slides/slide3.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4.fntdata"/><Relationship Id="rId44" Type="http://schemas.openxmlformats.org/officeDocument/2006/relationships/font" Target="fonts/font17.fntdata"/><Relationship Id="rId52"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font" Target="fonts/font16.fntdata"/><Relationship Id="rId48" Type="http://schemas.openxmlformats.org/officeDocument/2006/relationships/font" Target="fonts/font21.fntdata"/><Relationship Id="rId8" Type="http://schemas.openxmlformats.org/officeDocument/2006/relationships/slide" Target="slides/slide6.xml"/><Relationship Id="rId51" Type="http://schemas.openxmlformats.org/officeDocument/2006/relationships/viewProps" Target="viewProps.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font" Target="fonts/font19.fntdata"/><Relationship Id="rId20" Type="http://schemas.openxmlformats.org/officeDocument/2006/relationships/slide" Target="slides/slide18.xml"/><Relationship Id="rId41"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font" Target="fonts/font1.fntdata"/><Relationship Id="rId36" Type="http://schemas.openxmlformats.org/officeDocument/2006/relationships/font" Target="fonts/font9.fntdata"/><Relationship Id="rId49" Type="http://schemas.openxmlformats.org/officeDocument/2006/relationships/font" Target="fonts/font2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3d49fd28a5b_0_9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1" name="Google Shape;931;g3d49fd28a5b_0_9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7"/>
        <p:cNvGrpSpPr/>
        <p:nvPr/>
      </p:nvGrpSpPr>
      <p:grpSpPr>
        <a:xfrm>
          <a:off x="0" y="0"/>
          <a:ext cx="0" cy="0"/>
          <a:chOff x="0" y="0"/>
          <a:chExt cx="0" cy="0"/>
        </a:xfrm>
      </p:grpSpPr>
      <p:sp>
        <p:nvSpPr>
          <p:cNvPr id="938" name="Google Shape;938;g3d49fd28a5b_0_269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9" name="Google Shape;939;g3d49fd28a5b_0_26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g3d49fd28a5b_0_180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4" name="Google Shape;944;g3d49fd28a5b_0_18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0"/>
        <p:cNvGrpSpPr/>
        <p:nvPr/>
      </p:nvGrpSpPr>
      <p:grpSpPr>
        <a:xfrm>
          <a:off x="0" y="0"/>
          <a:ext cx="0" cy="0"/>
          <a:chOff x="0" y="0"/>
          <a:chExt cx="0" cy="0"/>
        </a:xfrm>
      </p:grpSpPr>
      <p:sp>
        <p:nvSpPr>
          <p:cNvPr id="951" name="Google Shape;951;g3d49fd28a5b_0_270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2" name="Google Shape;952;g3d49fd28a5b_0_27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3d49fd28a5b_0_27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2" name="Google Shape;962;g3d49fd28a5b_0_27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8"/>
        <p:cNvGrpSpPr/>
        <p:nvPr/>
      </p:nvGrpSpPr>
      <p:grpSpPr>
        <a:xfrm>
          <a:off x="0" y="0"/>
          <a:ext cx="0" cy="0"/>
          <a:chOff x="0" y="0"/>
          <a:chExt cx="0" cy="0"/>
        </a:xfrm>
      </p:grpSpPr>
      <p:sp>
        <p:nvSpPr>
          <p:cNvPr id="969" name="Google Shape;969;g3d49fd28a5b_0_36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0" name="Google Shape;970;g3d49fd28a5b_0_36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8"/>
        <p:cNvGrpSpPr/>
        <p:nvPr/>
      </p:nvGrpSpPr>
      <p:grpSpPr>
        <a:xfrm>
          <a:off x="0" y="0"/>
          <a:ext cx="0" cy="0"/>
          <a:chOff x="0" y="0"/>
          <a:chExt cx="0" cy="0"/>
        </a:xfrm>
      </p:grpSpPr>
      <p:sp>
        <p:nvSpPr>
          <p:cNvPr id="979" name="Google Shape;979;g3d49fd28a5b_0_36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0" name="Google Shape;980;g3d49fd28a5b_0_36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g3d49fd28a5b_0_36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5" name="Google Shape;985;g3d49fd28a5b_0_36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1"/>
        <p:cNvGrpSpPr/>
        <p:nvPr/>
      </p:nvGrpSpPr>
      <p:grpSpPr>
        <a:xfrm>
          <a:off x="0" y="0"/>
          <a:ext cx="0" cy="0"/>
          <a:chOff x="0" y="0"/>
          <a:chExt cx="0" cy="0"/>
        </a:xfrm>
      </p:grpSpPr>
      <p:sp>
        <p:nvSpPr>
          <p:cNvPr id="992" name="Google Shape;992;g3d49fd28a5b_0_365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3" name="Google Shape;993;g3d49fd28a5b_0_36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9"/>
        <p:cNvGrpSpPr/>
        <p:nvPr/>
      </p:nvGrpSpPr>
      <p:grpSpPr>
        <a:xfrm>
          <a:off x="0" y="0"/>
          <a:ext cx="0" cy="0"/>
          <a:chOff x="0" y="0"/>
          <a:chExt cx="0" cy="0"/>
        </a:xfrm>
      </p:grpSpPr>
      <p:sp>
        <p:nvSpPr>
          <p:cNvPr id="1000" name="Google Shape;1000;g3d49fd28a5b_0_366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1" name="Google Shape;1001;g3d49fd28a5b_0_36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3d49fd28a5b_0_368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9" name="Google Shape;1009;g3d49fd28a5b_0_36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2"/>
        <p:cNvGrpSpPr/>
        <p:nvPr/>
      </p:nvGrpSpPr>
      <p:grpSpPr>
        <a:xfrm>
          <a:off x="0" y="0"/>
          <a:ext cx="0" cy="0"/>
          <a:chOff x="0" y="0"/>
          <a:chExt cx="0" cy="0"/>
        </a:xfrm>
      </p:grpSpPr>
      <p:sp>
        <p:nvSpPr>
          <p:cNvPr id="1013" name="Google Shape;1013;g3d49fd28a5b_0_36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4" name="Google Shape;1014;g3d49fd28a5b_0_36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0"/>
        <p:cNvGrpSpPr/>
        <p:nvPr/>
      </p:nvGrpSpPr>
      <p:grpSpPr>
        <a:xfrm>
          <a:off x="0" y="0"/>
          <a:ext cx="0" cy="0"/>
          <a:chOff x="0" y="0"/>
          <a:chExt cx="0" cy="0"/>
        </a:xfrm>
      </p:grpSpPr>
      <p:sp>
        <p:nvSpPr>
          <p:cNvPr id="1021" name="Google Shape;1021;g3d49fd28a5b_0_368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2" name="Google Shape;1022;g3d49fd28a5b_0_36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8"/>
        <p:cNvGrpSpPr/>
        <p:nvPr/>
      </p:nvGrpSpPr>
      <p:grpSpPr>
        <a:xfrm>
          <a:off x="0" y="0"/>
          <a:ext cx="0" cy="0"/>
          <a:chOff x="0" y="0"/>
          <a:chExt cx="0" cy="0"/>
        </a:xfrm>
      </p:grpSpPr>
      <p:sp>
        <p:nvSpPr>
          <p:cNvPr id="1029" name="Google Shape;1029;g3d49fd28a5b_0_369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0" name="Google Shape;1030;g3d49fd28a5b_0_36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6"/>
        <p:cNvGrpSpPr/>
        <p:nvPr/>
      </p:nvGrpSpPr>
      <p:grpSpPr>
        <a:xfrm>
          <a:off x="0" y="0"/>
          <a:ext cx="0" cy="0"/>
          <a:chOff x="0" y="0"/>
          <a:chExt cx="0" cy="0"/>
        </a:xfrm>
      </p:grpSpPr>
      <p:sp>
        <p:nvSpPr>
          <p:cNvPr id="1037" name="Google Shape;1037;g3d4b96c38ab_0_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8" name="Google Shape;1038;g3d4b96c38a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g3d4b96c38ab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6" name="Google Shape;1046;g3d4b96c38ab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g3d4b96c38ab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4" name="Google Shape;1054;g3d4b96c38ab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0"/>
        <p:cNvGrpSpPr/>
        <p:nvPr/>
      </p:nvGrpSpPr>
      <p:grpSpPr>
        <a:xfrm>
          <a:off x="0" y="0"/>
          <a:ext cx="0" cy="0"/>
          <a:chOff x="0" y="0"/>
          <a:chExt cx="0" cy="0"/>
        </a:xfrm>
      </p:grpSpPr>
      <p:sp>
        <p:nvSpPr>
          <p:cNvPr id="1061" name="Google Shape;1061;g3d4b96c38ab_0_3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2" name="Google Shape;1062;g3d4b96c38ab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5"/>
        <p:cNvGrpSpPr/>
        <p:nvPr/>
      </p:nvGrpSpPr>
      <p:grpSpPr>
        <a:xfrm>
          <a:off x="0" y="0"/>
          <a:ext cx="0" cy="0"/>
          <a:chOff x="0" y="0"/>
          <a:chExt cx="0" cy="0"/>
        </a:xfrm>
      </p:grpSpPr>
      <p:sp>
        <p:nvSpPr>
          <p:cNvPr id="1066" name="Google Shape;1066;g3d4b96c38ab_0_3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7" name="Google Shape;1067;g3d4b96c38ab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4"/>
        <p:cNvGrpSpPr/>
        <p:nvPr/>
      </p:nvGrpSpPr>
      <p:grpSpPr>
        <a:xfrm>
          <a:off x="0" y="0"/>
          <a:ext cx="0" cy="0"/>
          <a:chOff x="0" y="0"/>
          <a:chExt cx="0" cy="0"/>
        </a:xfrm>
      </p:grpSpPr>
      <p:sp>
        <p:nvSpPr>
          <p:cNvPr id="1075" name="Google Shape;1075;g3d4b96c38ab_0_4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6" name="Google Shape;1076;g3d4b96c38ab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3"/>
        <p:cNvGrpSpPr/>
        <p:nvPr/>
      </p:nvGrpSpPr>
      <p:grpSpPr>
        <a:xfrm>
          <a:off x="0" y="0"/>
          <a:ext cx="0" cy="0"/>
          <a:chOff x="0" y="0"/>
          <a:chExt cx="0" cy="0"/>
        </a:xfrm>
      </p:grpSpPr>
      <p:sp>
        <p:nvSpPr>
          <p:cNvPr id="1084" name="Google Shape;1084;g3d4b96c38ab_0_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5" name="Google Shape;1085;g3d4b96c38ab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g3d4b96c38ab_0_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4" name="Google Shape;1094;g3d4b96c38ab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9"/>
        <p:cNvGrpSpPr/>
        <p:nvPr/>
      </p:nvGrpSpPr>
      <p:grpSpPr>
        <a:xfrm>
          <a:off x="0" y="0"/>
          <a:ext cx="0" cy="0"/>
          <a:chOff x="0" y="0"/>
          <a:chExt cx="0" cy="0"/>
        </a:xfrm>
      </p:grpSpPr>
      <p:sp>
        <p:nvSpPr>
          <p:cNvPr id="1100" name="Google Shape;1100;g3d4b96c38ab_0_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1" name="Google Shape;1101;g3d4b96c38ab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6"/>
        <p:cNvGrpSpPr/>
        <p:nvPr/>
      </p:nvGrpSpPr>
      <p:grpSpPr>
        <a:xfrm>
          <a:off x="0" y="0"/>
          <a:ext cx="0" cy="0"/>
          <a:chOff x="0" y="0"/>
          <a:chExt cx="0" cy="0"/>
        </a:xfrm>
      </p:grpSpPr>
      <p:sp>
        <p:nvSpPr>
          <p:cNvPr id="1107" name="Google Shape;1107;g3d4b96c38ab_0_95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8" name="Google Shape;1108;g3d4b96c38ab_0_9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 Alt 2">
  <p:cSld name="BLANK_2">
    <p:bg>
      <p:bgPr>
        <a:solidFill>
          <a:schemeClr val="lt1"/>
        </a:solidFill>
        <a:effectLst/>
      </p:bgPr>
    </p:bg>
    <p:spTree>
      <p:nvGrpSpPr>
        <p:cNvPr id="1" name="Shape 54"/>
        <p:cNvGrpSpPr/>
        <p:nvPr/>
      </p:nvGrpSpPr>
      <p:grpSpPr>
        <a:xfrm>
          <a:off x="0" y="0"/>
          <a:ext cx="0" cy="0"/>
          <a:chOff x="0" y="0"/>
          <a:chExt cx="0" cy="0"/>
        </a:xfrm>
      </p:grpSpPr>
      <p:sp>
        <p:nvSpPr>
          <p:cNvPr id="55" name="Google Shape;55;p14"/>
          <p:cNvSpPr txBox="1">
            <a:spLocks noGrp="1"/>
          </p:cNvSpPr>
          <p:nvPr>
            <p:ph type="subTitle" idx="1"/>
          </p:nvPr>
        </p:nvSpPr>
        <p:spPr>
          <a:xfrm>
            <a:off x="130200" y="4291350"/>
            <a:ext cx="4922100" cy="739200"/>
          </a:xfrm>
          <a:prstGeom prst="rect">
            <a:avLst/>
          </a:prstGeom>
        </p:spPr>
        <p:txBody>
          <a:bodyPr spcFirstLastPara="1" wrap="square" lIns="91425" tIns="91425" rIns="91425" bIns="91425" anchor="b" anchorCtr="0">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a:endParaRPr/>
          </a:p>
        </p:txBody>
      </p:sp>
      <p:sp>
        <p:nvSpPr>
          <p:cNvPr id="56" name="Google Shape;56;p14"/>
          <p:cNvSpPr/>
          <p:nvPr/>
        </p:nvSpPr>
        <p:spPr>
          <a:xfrm rot="-900003">
            <a:off x="2618331" y="-723216"/>
            <a:ext cx="4001240" cy="1687704"/>
          </a:xfrm>
          <a:prstGeom prst="chord">
            <a:avLst>
              <a:gd name="adj1" fmla="val 694140"/>
              <a:gd name="adj2" fmla="val 11948531"/>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 name="Google Shape;57;p14"/>
          <p:cNvSpPr txBox="1">
            <a:spLocks noGrp="1"/>
          </p:cNvSpPr>
          <p:nvPr>
            <p:ph type="subTitle" idx="2"/>
          </p:nvPr>
        </p:nvSpPr>
        <p:spPr>
          <a:xfrm>
            <a:off x="138475" y="228600"/>
            <a:ext cx="2164500" cy="3387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a:endParaRPr/>
          </a:p>
        </p:txBody>
      </p:sp>
      <p:sp>
        <p:nvSpPr>
          <p:cNvPr id="58" name="Google Shape;58;p14"/>
          <p:cNvSpPr/>
          <p:nvPr/>
        </p:nvSpPr>
        <p:spPr>
          <a:xfrm>
            <a:off x="228600" y="4445350"/>
            <a:ext cx="4823700" cy="21000"/>
          </a:xfrm>
          <a:prstGeom prst="rect">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nvGrpSpPr>
          <p:cNvPr id="59" name="Google Shape;59;p14"/>
          <p:cNvGrpSpPr/>
          <p:nvPr/>
        </p:nvGrpSpPr>
        <p:grpSpPr>
          <a:xfrm rot="10800000" flipH="1">
            <a:off x="4395238" y="-11"/>
            <a:ext cx="4748757" cy="2797859"/>
            <a:chOff x="3200875" y="1642950"/>
            <a:chExt cx="5970275" cy="3517550"/>
          </a:xfrm>
        </p:grpSpPr>
        <p:sp>
          <p:nvSpPr>
            <p:cNvPr id="60" name="Google Shape;60;p14"/>
            <p:cNvSpPr/>
            <p:nvPr/>
          </p:nvSpPr>
          <p:spPr>
            <a:xfrm>
              <a:off x="4208325" y="1644500"/>
              <a:ext cx="4962825" cy="3516000"/>
            </a:xfrm>
            <a:custGeom>
              <a:avLst/>
              <a:gdLst/>
              <a:ahLst/>
              <a:cxnLst/>
              <a:rect l="l" t="t" r="r" b="b"/>
              <a:pathLst>
                <a:path w="198513" h="140640" extrusionOk="0">
                  <a:moveTo>
                    <a:pt x="31387" y="0"/>
                  </a:moveTo>
                  <a:lnTo>
                    <a:pt x="0" y="140640"/>
                  </a:lnTo>
                  <a:lnTo>
                    <a:pt x="198513" y="140640"/>
                  </a:lnTo>
                  <a:lnTo>
                    <a:pt x="198513" y="6370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p:spPr>
        </p:sp>
        <p:sp>
          <p:nvSpPr>
            <p:cNvPr id="61" name="Google Shape;61;p14"/>
            <p:cNvSpPr/>
            <p:nvPr/>
          </p:nvSpPr>
          <p:spPr>
            <a:xfrm>
              <a:off x="3200875" y="1642950"/>
              <a:ext cx="1795975" cy="3517550"/>
            </a:xfrm>
            <a:custGeom>
              <a:avLst/>
              <a:gdLst/>
              <a:ahLst/>
              <a:cxnLst/>
              <a:rect l="l" t="t" r="r" b="b"/>
              <a:pathLst>
                <a:path w="71839" h="140702" extrusionOk="0">
                  <a:moveTo>
                    <a:pt x="71839" y="0"/>
                  </a:moveTo>
                  <a:lnTo>
                    <a:pt x="40808" y="140702"/>
                  </a:lnTo>
                  <a:lnTo>
                    <a:pt x="0" y="140702"/>
                  </a:lnTo>
                  <a:close/>
                </a:path>
              </a:pathLst>
            </a:custGeom>
            <a:solidFill>
              <a:schemeClr val="accent5"/>
            </a:solidFill>
            <a:ln>
              <a:noFill/>
            </a:ln>
          </p:spPr>
        </p:sp>
      </p:grpSp>
      <p:grpSp>
        <p:nvGrpSpPr>
          <p:cNvPr id="62" name="Google Shape;62;p14"/>
          <p:cNvGrpSpPr/>
          <p:nvPr/>
        </p:nvGrpSpPr>
        <p:grpSpPr>
          <a:xfrm flipH="1">
            <a:off x="6309311" y="2793726"/>
            <a:ext cx="2834695" cy="1890116"/>
            <a:chOff x="312900" y="2793625"/>
            <a:chExt cx="2221200" cy="1481050"/>
          </a:xfrm>
        </p:grpSpPr>
        <p:grpSp>
          <p:nvGrpSpPr>
            <p:cNvPr id="63" name="Google Shape;63;p14"/>
            <p:cNvGrpSpPr/>
            <p:nvPr/>
          </p:nvGrpSpPr>
          <p:grpSpPr>
            <a:xfrm>
              <a:off x="312900" y="2793625"/>
              <a:ext cx="1851000" cy="1481050"/>
              <a:chOff x="461225" y="3249175"/>
              <a:chExt cx="1851000" cy="1481050"/>
            </a:xfrm>
          </p:grpSpPr>
          <p:grpSp>
            <p:nvGrpSpPr>
              <p:cNvPr id="64" name="Google Shape;64;p14"/>
              <p:cNvGrpSpPr/>
              <p:nvPr/>
            </p:nvGrpSpPr>
            <p:grpSpPr>
              <a:xfrm>
                <a:off x="461225" y="3249175"/>
                <a:ext cx="1851000" cy="370200"/>
                <a:chOff x="461225" y="3249175"/>
                <a:chExt cx="1851000" cy="370200"/>
              </a:xfrm>
            </p:grpSpPr>
            <p:sp>
              <p:nvSpPr>
                <p:cNvPr id="65" name="Google Shape;65;p14"/>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6" name="Google Shape;66;p14"/>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7" name="Google Shape;67;p14"/>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68" name="Google Shape;68;p14"/>
              <p:cNvGrpSpPr/>
              <p:nvPr/>
            </p:nvGrpSpPr>
            <p:grpSpPr>
              <a:xfrm>
                <a:off x="461225" y="3619500"/>
                <a:ext cx="1480800" cy="370200"/>
                <a:chOff x="461225" y="3249175"/>
                <a:chExt cx="1480800" cy="370200"/>
              </a:xfrm>
            </p:grpSpPr>
            <p:sp>
              <p:nvSpPr>
                <p:cNvPr id="69" name="Google Shape;69;p14"/>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0" name="Google Shape;70;p14"/>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1" name="Google Shape;71;p14"/>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2" name="Google Shape;72;p14"/>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3" name="Google Shape;73;p14"/>
              <p:cNvGrpSpPr/>
              <p:nvPr/>
            </p:nvGrpSpPr>
            <p:grpSpPr>
              <a:xfrm>
                <a:off x="461225" y="3989700"/>
                <a:ext cx="1851000" cy="370200"/>
                <a:chOff x="461225" y="3249175"/>
                <a:chExt cx="1851000" cy="370200"/>
              </a:xfrm>
            </p:grpSpPr>
            <p:sp>
              <p:nvSpPr>
                <p:cNvPr id="74" name="Google Shape;74;p14"/>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5" name="Google Shape;75;p14"/>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6" name="Google Shape;76;p14"/>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7" name="Google Shape;77;p14"/>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8" name="Google Shape;78;p14"/>
              <p:cNvGrpSpPr/>
              <p:nvPr/>
            </p:nvGrpSpPr>
            <p:grpSpPr>
              <a:xfrm>
                <a:off x="461225" y="4360025"/>
                <a:ext cx="1480800" cy="370200"/>
                <a:chOff x="461225" y="3249175"/>
                <a:chExt cx="1480800" cy="370200"/>
              </a:xfrm>
            </p:grpSpPr>
            <p:sp>
              <p:nvSpPr>
                <p:cNvPr id="79" name="Google Shape;79;p14"/>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0" name="Google Shape;80;p14"/>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81" name="Google Shape;81;p14"/>
            <p:cNvSpPr/>
            <p:nvPr/>
          </p:nvSpPr>
          <p:spPr>
            <a:xfrm>
              <a:off x="2163900" y="390358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82" name="Google Shape;82;p14"/>
          <p:cNvSpPr txBox="1">
            <a:spLocks noGrp="1"/>
          </p:cNvSpPr>
          <p:nvPr>
            <p:ph type="title"/>
          </p:nvPr>
        </p:nvSpPr>
        <p:spPr>
          <a:xfrm>
            <a:off x="74600" y="2891050"/>
            <a:ext cx="5876700" cy="1440000"/>
          </a:xfrm>
          <a:prstGeom prst="rect">
            <a:avLst/>
          </a:prstGeom>
        </p:spPr>
        <p:txBody>
          <a:bodyPr spcFirstLastPara="1" wrap="square" lIns="91425" tIns="91425" rIns="91425" bIns="91425" anchor="b" anchorCtr="0">
            <a:noAutofit/>
          </a:bodyPr>
          <a:lstStyle>
            <a:lvl1pPr lvl="0">
              <a:lnSpc>
                <a:spcPct val="70000"/>
              </a:lnSpc>
              <a:spcBef>
                <a:spcPts val="0"/>
              </a:spcBef>
              <a:spcAft>
                <a:spcPts val="0"/>
              </a:spcAft>
              <a:buNone/>
              <a:defRPr sz="5500">
                <a:solidFill>
                  <a:schemeClr val="dk1"/>
                </a:solidFill>
              </a:defRPr>
            </a:lvl1pPr>
            <a:lvl2pPr lvl="1">
              <a:spcBef>
                <a:spcPts val="0"/>
              </a:spcBef>
              <a:spcAft>
                <a:spcPts val="0"/>
              </a:spcAft>
              <a:buClr>
                <a:schemeClr val="dk1"/>
              </a:buClr>
              <a:buSzPts val="5500"/>
              <a:buFont typeface="IBM Plex Sans"/>
              <a:buNone/>
              <a:defRPr sz="5500">
                <a:solidFill>
                  <a:schemeClr val="dk1"/>
                </a:solidFill>
              </a:defRPr>
            </a:lvl2pPr>
            <a:lvl3pPr lvl="2">
              <a:spcBef>
                <a:spcPts val="0"/>
              </a:spcBef>
              <a:spcAft>
                <a:spcPts val="0"/>
              </a:spcAft>
              <a:buClr>
                <a:schemeClr val="dk1"/>
              </a:buClr>
              <a:buSzPts val="5500"/>
              <a:buFont typeface="IBM Plex Sans"/>
              <a:buNone/>
              <a:defRPr sz="5500">
                <a:solidFill>
                  <a:schemeClr val="dk1"/>
                </a:solidFill>
              </a:defRPr>
            </a:lvl3pPr>
            <a:lvl4pPr lvl="3">
              <a:spcBef>
                <a:spcPts val="0"/>
              </a:spcBef>
              <a:spcAft>
                <a:spcPts val="0"/>
              </a:spcAft>
              <a:buClr>
                <a:schemeClr val="dk1"/>
              </a:buClr>
              <a:buSzPts val="5500"/>
              <a:buFont typeface="IBM Plex Sans"/>
              <a:buNone/>
              <a:defRPr sz="5500">
                <a:solidFill>
                  <a:schemeClr val="dk1"/>
                </a:solidFill>
              </a:defRPr>
            </a:lvl4pPr>
            <a:lvl5pPr lvl="4">
              <a:spcBef>
                <a:spcPts val="0"/>
              </a:spcBef>
              <a:spcAft>
                <a:spcPts val="0"/>
              </a:spcAft>
              <a:buClr>
                <a:schemeClr val="dk1"/>
              </a:buClr>
              <a:buSzPts val="5500"/>
              <a:buFont typeface="IBM Plex Sans"/>
              <a:buNone/>
              <a:defRPr sz="5500">
                <a:solidFill>
                  <a:schemeClr val="dk1"/>
                </a:solidFill>
              </a:defRPr>
            </a:lvl5pPr>
            <a:lvl6pPr lvl="5">
              <a:spcBef>
                <a:spcPts val="0"/>
              </a:spcBef>
              <a:spcAft>
                <a:spcPts val="0"/>
              </a:spcAft>
              <a:buClr>
                <a:schemeClr val="dk1"/>
              </a:buClr>
              <a:buSzPts val="5500"/>
              <a:buFont typeface="IBM Plex Sans"/>
              <a:buNone/>
              <a:defRPr sz="5500">
                <a:solidFill>
                  <a:schemeClr val="dk1"/>
                </a:solidFill>
              </a:defRPr>
            </a:lvl6pPr>
            <a:lvl7pPr lvl="6">
              <a:spcBef>
                <a:spcPts val="0"/>
              </a:spcBef>
              <a:spcAft>
                <a:spcPts val="0"/>
              </a:spcAft>
              <a:buClr>
                <a:schemeClr val="dk1"/>
              </a:buClr>
              <a:buSzPts val="5500"/>
              <a:buFont typeface="IBM Plex Sans"/>
              <a:buNone/>
              <a:defRPr sz="5500">
                <a:solidFill>
                  <a:schemeClr val="dk1"/>
                </a:solidFill>
              </a:defRPr>
            </a:lvl7pPr>
            <a:lvl8pPr lvl="7">
              <a:spcBef>
                <a:spcPts val="0"/>
              </a:spcBef>
              <a:spcAft>
                <a:spcPts val="0"/>
              </a:spcAft>
              <a:buClr>
                <a:schemeClr val="dk1"/>
              </a:buClr>
              <a:buSzPts val="5500"/>
              <a:buFont typeface="IBM Plex Sans"/>
              <a:buNone/>
              <a:defRPr sz="5500">
                <a:solidFill>
                  <a:schemeClr val="dk1"/>
                </a:solidFill>
              </a:defRPr>
            </a:lvl8pPr>
            <a:lvl9pPr lvl="8">
              <a:spcBef>
                <a:spcPts val="0"/>
              </a:spcBef>
              <a:spcAft>
                <a:spcPts val="0"/>
              </a:spcAft>
              <a:buClr>
                <a:schemeClr val="dk1"/>
              </a:buClr>
              <a:buSzPts val="5500"/>
              <a:buFont typeface="IBM Plex Sans"/>
              <a:buNone/>
              <a:defRPr sz="5500">
                <a:solidFill>
                  <a:schemeClr val="dk1"/>
                </a:solidFill>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 Alt 1">
  <p:cSld name="BLANK_1_1_3">
    <p:spTree>
      <p:nvGrpSpPr>
        <p:cNvPr id="1" name="Shape 83"/>
        <p:cNvGrpSpPr/>
        <p:nvPr/>
      </p:nvGrpSpPr>
      <p:grpSpPr>
        <a:xfrm>
          <a:off x="0" y="0"/>
          <a:ext cx="0" cy="0"/>
          <a:chOff x="0" y="0"/>
          <a:chExt cx="0" cy="0"/>
        </a:xfrm>
      </p:grpSpPr>
      <p:grpSp>
        <p:nvGrpSpPr>
          <p:cNvPr id="84" name="Google Shape;84;p15"/>
          <p:cNvGrpSpPr/>
          <p:nvPr/>
        </p:nvGrpSpPr>
        <p:grpSpPr>
          <a:xfrm flipH="1">
            <a:off x="6169505" y="2816179"/>
            <a:ext cx="2979740" cy="1986829"/>
            <a:chOff x="312900" y="2793625"/>
            <a:chExt cx="2221200" cy="1481050"/>
          </a:xfrm>
        </p:grpSpPr>
        <p:grpSp>
          <p:nvGrpSpPr>
            <p:cNvPr id="85" name="Google Shape;85;p15"/>
            <p:cNvGrpSpPr/>
            <p:nvPr/>
          </p:nvGrpSpPr>
          <p:grpSpPr>
            <a:xfrm>
              <a:off x="312900" y="2793625"/>
              <a:ext cx="1851000" cy="1481050"/>
              <a:chOff x="461225" y="3249175"/>
              <a:chExt cx="1851000" cy="1481050"/>
            </a:xfrm>
          </p:grpSpPr>
          <p:grpSp>
            <p:nvGrpSpPr>
              <p:cNvPr id="86" name="Google Shape;86;p15"/>
              <p:cNvGrpSpPr/>
              <p:nvPr/>
            </p:nvGrpSpPr>
            <p:grpSpPr>
              <a:xfrm>
                <a:off x="461225" y="3249175"/>
                <a:ext cx="1851000" cy="370200"/>
                <a:chOff x="461225" y="3249175"/>
                <a:chExt cx="1851000" cy="370200"/>
              </a:xfrm>
            </p:grpSpPr>
            <p:sp>
              <p:nvSpPr>
                <p:cNvPr id="87" name="Google Shape;87;p1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8" name="Google Shape;88;p1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9" name="Google Shape;89;p1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0" name="Google Shape;90;p1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1" name="Google Shape;91;p1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92" name="Google Shape;92;p15"/>
              <p:cNvGrpSpPr/>
              <p:nvPr/>
            </p:nvGrpSpPr>
            <p:grpSpPr>
              <a:xfrm>
                <a:off x="461225" y="3619500"/>
                <a:ext cx="1851000" cy="370200"/>
                <a:chOff x="461225" y="3249175"/>
                <a:chExt cx="1851000" cy="370200"/>
              </a:xfrm>
            </p:grpSpPr>
            <p:sp>
              <p:nvSpPr>
                <p:cNvPr id="93" name="Google Shape;93;p1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4" name="Google Shape;94;p1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5" name="Google Shape;95;p1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6" name="Google Shape;96;p1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97" name="Google Shape;97;p1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98" name="Google Shape;98;p15"/>
              <p:cNvGrpSpPr/>
              <p:nvPr/>
            </p:nvGrpSpPr>
            <p:grpSpPr>
              <a:xfrm>
                <a:off x="461225" y="3989700"/>
                <a:ext cx="1851000" cy="370200"/>
                <a:chOff x="461225" y="3249175"/>
                <a:chExt cx="1851000" cy="370200"/>
              </a:xfrm>
            </p:grpSpPr>
            <p:sp>
              <p:nvSpPr>
                <p:cNvPr id="99" name="Google Shape;99;p1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00" name="Google Shape;100;p1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01" name="Google Shape;101;p1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02" name="Google Shape;102;p1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03" name="Google Shape;103;p1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04" name="Google Shape;104;p15"/>
              <p:cNvGrpSpPr/>
              <p:nvPr/>
            </p:nvGrpSpPr>
            <p:grpSpPr>
              <a:xfrm>
                <a:off x="461225" y="4360025"/>
                <a:ext cx="1851000" cy="370200"/>
                <a:chOff x="461225" y="3249175"/>
                <a:chExt cx="1851000" cy="370200"/>
              </a:xfrm>
            </p:grpSpPr>
            <p:sp>
              <p:nvSpPr>
                <p:cNvPr id="105" name="Google Shape;105;p1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06" name="Google Shape;106;p1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07" name="Google Shape;107;p1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08" name="Google Shape;108;p1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09" name="Google Shape;109;p1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110" name="Google Shape;110;p15"/>
            <p:cNvSpPr/>
            <p:nvPr/>
          </p:nvSpPr>
          <p:spPr>
            <a:xfrm>
              <a:off x="2163900" y="279362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111" name="Google Shape;111;p15"/>
          <p:cNvSpPr/>
          <p:nvPr/>
        </p:nvSpPr>
        <p:spPr>
          <a:xfrm flipH="1">
            <a:off x="12" y="3308203"/>
            <a:ext cx="9143963" cy="1835315"/>
          </a:xfrm>
          <a:custGeom>
            <a:avLst/>
            <a:gdLst/>
            <a:ahLst/>
            <a:cxnLst/>
            <a:rect l="l" t="t" r="r" b="b"/>
            <a:pathLst>
              <a:path w="61561" h="29205" extrusionOk="0">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112" name="Google Shape;112;p15"/>
          <p:cNvSpPr/>
          <p:nvPr/>
        </p:nvSpPr>
        <p:spPr>
          <a:xfrm>
            <a:off x="11" y="2611497"/>
            <a:ext cx="725708" cy="1448283"/>
          </a:xfrm>
          <a:custGeom>
            <a:avLst/>
            <a:gdLst/>
            <a:ahLst/>
            <a:cxnLst/>
            <a:rect l="l" t="t" r="r" b="b"/>
            <a:pathLst>
              <a:path w="25297" h="50476" extrusionOk="0">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13" name="Google Shape;113;p15"/>
          <p:cNvSpPr/>
          <p:nvPr/>
        </p:nvSpPr>
        <p:spPr>
          <a:xfrm flipH="1">
            <a:off x="3311207" y="2592556"/>
            <a:ext cx="1486200" cy="1486200"/>
          </a:xfrm>
          <a:prstGeom prst="ellipse">
            <a:avLst/>
          </a:prstGeom>
          <a:gradFill>
            <a:gsLst>
              <a:gs pos="0">
                <a:schemeClr val="accent3"/>
              </a:gs>
              <a:gs pos="56000">
                <a:schemeClr val="accent1"/>
              </a:gs>
              <a:gs pos="100000">
                <a:schemeClr val="accent1"/>
              </a:gs>
            </a:gsLst>
            <a:lin ang="13500032"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14" name="Google Shape;114;p15"/>
          <p:cNvSpPr/>
          <p:nvPr/>
        </p:nvSpPr>
        <p:spPr>
          <a:xfrm rot="-5400000" flipH="1">
            <a:off x="1299729" y="2592569"/>
            <a:ext cx="1486200" cy="1486200"/>
          </a:xfrm>
          <a:prstGeom prst="ellipse">
            <a:avLst/>
          </a:prstGeom>
          <a:gradFill>
            <a:gsLst>
              <a:gs pos="0">
                <a:schemeClr val="accent3"/>
              </a:gs>
              <a:gs pos="35000">
                <a:schemeClr val="accent3"/>
              </a:gs>
              <a:gs pos="100000">
                <a:schemeClr val="accent1"/>
              </a:gs>
            </a:gsLst>
            <a:lin ang="8099331"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15" name="Google Shape;115;p15"/>
          <p:cNvSpPr txBox="1">
            <a:spLocks noGrp="1"/>
          </p:cNvSpPr>
          <p:nvPr>
            <p:ph type="title"/>
          </p:nvPr>
        </p:nvSpPr>
        <p:spPr>
          <a:xfrm>
            <a:off x="115025" y="502775"/>
            <a:ext cx="4183800" cy="5877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116" name="Google Shape;116;p15"/>
          <p:cNvSpPr txBox="1">
            <a:spLocks noGrp="1"/>
          </p:cNvSpPr>
          <p:nvPr>
            <p:ph type="title" idx="2"/>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117" name="Google Shape;117;p15"/>
          <p:cNvSpPr txBox="1">
            <a:spLocks noGrp="1"/>
          </p:cNvSpPr>
          <p:nvPr>
            <p:ph type="body" idx="1"/>
          </p:nvPr>
        </p:nvSpPr>
        <p:spPr>
          <a:xfrm>
            <a:off x="3511550" y="587150"/>
            <a:ext cx="4371600" cy="2526300"/>
          </a:xfrm>
          <a:prstGeom prst="rect">
            <a:avLst/>
          </a:prstGeom>
        </p:spPr>
        <p:txBody>
          <a:bodyPr spcFirstLastPara="1" wrap="square" lIns="91425" tIns="91425" rIns="91425" bIns="91425" anchor="t" anchorCtr="0">
            <a:noAutofit/>
          </a:bodyPr>
          <a:lstStyle>
            <a:lvl1pPr marL="457200" lvl="0" indent="-292100">
              <a:lnSpc>
                <a:spcPct val="115000"/>
              </a:lnSpc>
              <a:spcBef>
                <a:spcPts val="0"/>
              </a:spcBef>
              <a:spcAft>
                <a:spcPts val="0"/>
              </a:spcAft>
              <a:buClr>
                <a:schemeClr val="lt1"/>
              </a:buClr>
              <a:buSzPts val="1000"/>
              <a:buFont typeface="Sora"/>
              <a:buChar char="●"/>
              <a:defRPr sz="1000"/>
            </a:lvl1pPr>
            <a:lvl2pPr marL="914400" lvl="1" indent="-292100">
              <a:lnSpc>
                <a:spcPct val="115000"/>
              </a:lnSpc>
              <a:spcBef>
                <a:spcPts val="800"/>
              </a:spcBef>
              <a:spcAft>
                <a:spcPts val="0"/>
              </a:spcAft>
              <a:buClr>
                <a:schemeClr val="lt1"/>
              </a:buClr>
              <a:buSzPts val="1000"/>
              <a:buFont typeface="Sora"/>
              <a:buChar char="○"/>
              <a:defRPr sz="1000"/>
            </a:lvl2pPr>
            <a:lvl3pPr marL="1371600" lvl="2" indent="-292100">
              <a:lnSpc>
                <a:spcPct val="115000"/>
              </a:lnSpc>
              <a:spcBef>
                <a:spcPts val="800"/>
              </a:spcBef>
              <a:spcAft>
                <a:spcPts val="0"/>
              </a:spcAft>
              <a:buClr>
                <a:schemeClr val="lt1"/>
              </a:buClr>
              <a:buSzPts val="1000"/>
              <a:buFont typeface="Sora"/>
              <a:buChar char="■"/>
              <a:defRPr sz="1000"/>
            </a:lvl3pPr>
            <a:lvl4pPr marL="1828800" lvl="3" indent="-292100">
              <a:lnSpc>
                <a:spcPct val="115000"/>
              </a:lnSpc>
              <a:spcBef>
                <a:spcPts val="800"/>
              </a:spcBef>
              <a:spcAft>
                <a:spcPts val="0"/>
              </a:spcAft>
              <a:buClr>
                <a:schemeClr val="lt1"/>
              </a:buClr>
              <a:buSzPts val="1000"/>
              <a:buFont typeface="Sora"/>
              <a:buChar char="●"/>
              <a:defRPr sz="1000"/>
            </a:lvl4pPr>
            <a:lvl5pPr marL="2286000" lvl="4" indent="-292100">
              <a:lnSpc>
                <a:spcPct val="115000"/>
              </a:lnSpc>
              <a:spcBef>
                <a:spcPts val="800"/>
              </a:spcBef>
              <a:spcAft>
                <a:spcPts val="0"/>
              </a:spcAft>
              <a:buClr>
                <a:schemeClr val="lt1"/>
              </a:buClr>
              <a:buSzPts val="1000"/>
              <a:buFont typeface="Sora"/>
              <a:buChar char="○"/>
              <a:defRPr sz="1000"/>
            </a:lvl5pPr>
            <a:lvl6pPr marL="2743200" lvl="5" indent="-292100">
              <a:lnSpc>
                <a:spcPct val="115000"/>
              </a:lnSpc>
              <a:spcBef>
                <a:spcPts val="800"/>
              </a:spcBef>
              <a:spcAft>
                <a:spcPts val="0"/>
              </a:spcAft>
              <a:buClr>
                <a:schemeClr val="lt1"/>
              </a:buClr>
              <a:buSzPts val="1000"/>
              <a:buFont typeface="Sora"/>
              <a:buChar char="■"/>
              <a:defRPr sz="1000"/>
            </a:lvl6pPr>
            <a:lvl7pPr marL="3200400" lvl="6" indent="-292100">
              <a:lnSpc>
                <a:spcPct val="115000"/>
              </a:lnSpc>
              <a:spcBef>
                <a:spcPts val="800"/>
              </a:spcBef>
              <a:spcAft>
                <a:spcPts val="0"/>
              </a:spcAft>
              <a:buClr>
                <a:schemeClr val="lt1"/>
              </a:buClr>
              <a:buSzPts val="1000"/>
              <a:buFont typeface="Sora"/>
              <a:buChar char="●"/>
              <a:defRPr sz="1000"/>
            </a:lvl7pPr>
            <a:lvl8pPr marL="3657600" lvl="7" indent="-292100">
              <a:lnSpc>
                <a:spcPct val="115000"/>
              </a:lnSpc>
              <a:spcBef>
                <a:spcPts val="800"/>
              </a:spcBef>
              <a:spcAft>
                <a:spcPts val="0"/>
              </a:spcAft>
              <a:buClr>
                <a:schemeClr val="lt1"/>
              </a:buClr>
              <a:buSzPts val="1000"/>
              <a:buFont typeface="Sora"/>
              <a:buChar char="○"/>
              <a:defRPr sz="1000"/>
            </a:lvl8pPr>
            <a:lvl9pPr marL="4114800" lvl="8" indent="-292100">
              <a:lnSpc>
                <a:spcPct val="115000"/>
              </a:lnSpc>
              <a:spcBef>
                <a:spcPts val="800"/>
              </a:spcBef>
              <a:spcAft>
                <a:spcPts val="800"/>
              </a:spcAft>
              <a:buClr>
                <a:schemeClr val="lt1"/>
              </a:buClr>
              <a:buSzPts val="1000"/>
              <a:buFont typeface="Sora"/>
              <a:buChar char="■"/>
              <a:defRPr sz="1000"/>
            </a:lvl9pPr>
          </a:lstStyle>
          <a:p>
            <a:endParaRPr/>
          </a:p>
        </p:txBody>
      </p:sp>
      <p:sp>
        <p:nvSpPr>
          <p:cNvPr id="118" name="Google Shape;118;p15"/>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body - Alt 2">
  <p:cSld name="BLANK_1_1_2">
    <p:spTree>
      <p:nvGrpSpPr>
        <p:cNvPr id="1" name="Shape 119"/>
        <p:cNvGrpSpPr/>
        <p:nvPr/>
      </p:nvGrpSpPr>
      <p:grpSpPr>
        <a:xfrm>
          <a:off x="0" y="0"/>
          <a:ext cx="0" cy="0"/>
          <a:chOff x="0" y="0"/>
          <a:chExt cx="0" cy="0"/>
        </a:xfrm>
      </p:grpSpPr>
      <p:grpSp>
        <p:nvGrpSpPr>
          <p:cNvPr id="120" name="Google Shape;120;p16"/>
          <p:cNvGrpSpPr/>
          <p:nvPr/>
        </p:nvGrpSpPr>
        <p:grpSpPr>
          <a:xfrm flipH="1">
            <a:off x="6169505" y="228779"/>
            <a:ext cx="2979740" cy="1986829"/>
            <a:chOff x="312900" y="2793625"/>
            <a:chExt cx="2221200" cy="1481050"/>
          </a:xfrm>
        </p:grpSpPr>
        <p:grpSp>
          <p:nvGrpSpPr>
            <p:cNvPr id="121" name="Google Shape;121;p16"/>
            <p:cNvGrpSpPr/>
            <p:nvPr/>
          </p:nvGrpSpPr>
          <p:grpSpPr>
            <a:xfrm>
              <a:off x="312900" y="2793625"/>
              <a:ext cx="1851000" cy="1481050"/>
              <a:chOff x="461225" y="3249175"/>
              <a:chExt cx="1851000" cy="1481050"/>
            </a:xfrm>
          </p:grpSpPr>
          <p:grpSp>
            <p:nvGrpSpPr>
              <p:cNvPr id="122" name="Google Shape;122;p16"/>
              <p:cNvGrpSpPr/>
              <p:nvPr/>
            </p:nvGrpSpPr>
            <p:grpSpPr>
              <a:xfrm>
                <a:off x="461225" y="3249175"/>
                <a:ext cx="1851000" cy="370200"/>
                <a:chOff x="461225" y="3249175"/>
                <a:chExt cx="1851000" cy="370200"/>
              </a:xfrm>
            </p:grpSpPr>
            <p:sp>
              <p:nvSpPr>
                <p:cNvPr id="123" name="Google Shape;123;p1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24" name="Google Shape;124;p1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25" name="Google Shape;125;p1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26" name="Google Shape;126;p16"/>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27" name="Google Shape;127;p16"/>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28" name="Google Shape;128;p16"/>
              <p:cNvGrpSpPr/>
              <p:nvPr/>
            </p:nvGrpSpPr>
            <p:grpSpPr>
              <a:xfrm>
                <a:off x="461225" y="3619500"/>
                <a:ext cx="1851000" cy="370200"/>
                <a:chOff x="461225" y="3249175"/>
                <a:chExt cx="1851000" cy="370200"/>
              </a:xfrm>
            </p:grpSpPr>
            <p:sp>
              <p:nvSpPr>
                <p:cNvPr id="129" name="Google Shape;129;p1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30" name="Google Shape;130;p1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31" name="Google Shape;131;p1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32" name="Google Shape;132;p16"/>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33" name="Google Shape;133;p16"/>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34" name="Google Shape;134;p16"/>
              <p:cNvGrpSpPr/>
              <p:nvPr/>
            </p:nvGrpSpPr>
            <p:grpSpPr>
              <a:xfrm>
                <a:off x="461225" y="3989700"/>
                <a:ext cx="1851000" cy="370200"/>
                <a:chOff x="461225" y="3249175"/>
                <a:chExt cx="1851000" cy="370200"/>
              </a:xfrm>
            </p:grpSpPr>
            <p:sp>
              <p:nvSpPr>
                <p:cNvPr id="135" name="Google Shape;135;p1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36" name="Google Shape;136;p1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37" name="Google Shape;137;p1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38" name="Google Shape;138;p16"/>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39" name="Google Shape;139;p16"/>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40" name="Google Shape;140;p16"/>
              <p:cNvGrpSpPr/>
              <p:nvPr/>
            </p:nvGrpSpPr>
            <p:grpSpPr>
              <a:xfrm>
                <a:off x="461225" y="4360025"/>
                <a:ext cx="1851000" cy="370200"/>
                <a:chOff x="461225" y="3249175"/>
                <a:chExt cx="1851000" cy="370200"/>
              </a:xfrm>
            </p:grpSpPr>
            <p:sp>
              <p:nvSpPr>
                <p:cNvPr id="141" name="Google Shape;141;p1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42" name="Google Shape;142;p1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43" name="Google Shape;143;p1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44" name="Google Shape;144;p16"/>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45" name="Google Shape;145;p16"/>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146" name="Google Shape;146;p16"/>
            <p:cNvSpPr/>
            <p:nvPr/>
          </p:nvSpPr>
          <p:spPr>
            <a:xfrm>
              <a:off x="2163900" y="279362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147" name="Google Shape;147;p16"/>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148" name="Google Shape;148;p16"/>
          <p:cNvSpPr/>
          <p:nvPr/>
        </p:nvSpPr>
        <p:spPr>
          <a:xfrm flipH="1">
            <a:off x="8423546" y="3087297"/>
            <a:ext cx="725708" cy="1448283"/>
          </a:xfrm>
          <a:custGeom>
            <a:avLst/>
            <a:gdLst/>
            <a:ahLst/>
            <a:cxnLst/>
            <a:rect l="l" t="t" r="r" b="b"/>
            <a:pathLst>
              <a:path w="25297" h="50476" extrusionOk="0">
                <a:moveTo>
                  <a:pt x="1" y="1"/>
                </a:moveTo>
                <a:lnTo>
                  <a:pt x="1" y="50475"/>
                </a:lnTo>
                <a:lnTo>
                  <a:pt x="2694" y="50358"/>
                </a:lnTo>
                <a:lnTo>
                  <a:pt x="5154" y="50007"/>
                </a:lnTo>
                <a:lnTo>
                  <a:pt x="7613" y="49304"/>
                </a:lnTo>
                <a:lnTo>
                  <a:pt x="9838" y="48484"/>
                </a:lnTo>
                <a:lnTo>
                  <a:pt x="12063" y="47430"/>
                </a:lnTo>
                <a:lnTo>
                  <a:pt x="14171" y="46142"/>
                </a:lnTo>
                <a:lnTo>
                  <a:pt x="16162" y="44737"/>
                </a:lnTo>
                <a:lnTo>
                  <a:pt x="17919" y="43097"/>
                </a:lnTo>
                <a:lnTo>
                  <a:pt x="19558" y="41341"/>
                </a:lnTo>
                <a:lnTo>
                  <a:pt x="20964" y="39350"/>
                </a:lnTo>
                <a:lnTo>
                  <a:pt x="22252" y="37242"/>
                </a:lnTo>
                <a:lnTo>
                  <a:pt x="23306" y="35017"/>
                </a:lnTo>
                <a:lnTo>
                  <a:pt x="24126" y="32792"/>
                </a:lnTo>
                <a:lnTo>
                  <a:pt x="24828" y="30332"/>
                </a:lnTo>
                <a:lnTo>
                  <a:pt x="25180" y="27873"/>
                </a:lnTo>
                <a:lnTo>
                  <a:pt x="25297" y="25296"/>
                </a:lnTo>
                <a:lnTo>
                  <a:pt x="25180" y="22720"/>
                </a:lnTo>
                <a:lnTo>
                  <a:pt x="24828" y="20144"/>
                </a:lnTo>
                <a:lnTo>
                  <a:pt x="24126" y="17801"/>
                </a:lnTo>
                <a:lnTo>
                  <a:pt x="23306" y="15459"/>
                </a:lnTo>
                <a:lnTo>
                  <a:pt x="22252" y="13234"/>
                </a:lnTo>
                <a:lnTo>
                  <a:pt x="20964" y="11126"/>
                </a:lnTo>
                <a:lnTo>
                  <a:pt x="19558" y="9252"/>
                </a:lnTo>
                <a:lnTo>
                  <a:pt x="17919" y="7379"/>
                </a:lnTo>
                <a:lnTo>
                  <a:pt x="16162" y="5739"/>
                </a:lnTo>
                <a:lnTo>
                  <a:pt x="14171" y="4334"/>
                </a:lnTo>
                <a:lnTo>
                  <a:pt x="12063" y="3046"/>
                </a:lnTo>
                <a:lnTo>
                  <a:pt x="9838" y="1992"/>
                </a:lnTo>
                <a:lnTo>
                  <a:pt x="7613" y="1172"/>
                </a:lnTo>
                <a:lnTo>
                  <a:pt x="5154" y="586"/>
                </a:lnTo>
                <a:lnTo>
                  <a:pt x="2694" y="118"/>
                </a:lnTo>
                <a:lnTo>
                  <a:pt x="1" y="1"/>
                </a:lnTo>
                <a:close/>
              </a:path>
            </a:pathLst>
          </a:custGeom>
          <a:gradFill>
            <a:gsLst>
              <a:gs pos="0">
                <a:schemeClr val="accent3"/>
              </a:gs>
              <a:gs pos="56000">
                <a:schemeClr val="accent1"/>
              </a:gs>
              <a:gs pos="100000">
                <a:schemeClr val="accent1"/>
              </a:gs>
            </a:gsLst>
            <a:lin ang="13500032" scaled="0"/>
          </a:gradFill>
          <a:ln>
            <a:noFill/>
          </a:ln>
          <a:effectLst>
            <a:outerShdw blurRad="485775" dist="76200" dir="7800000" algn="bl" rotWithShape="0">
              <a:schemeClr val="accent1">
                <a:alpha val="27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49" name="Google Shape;149;p16"/>
          <p:cNvSpPr/>
          <p:nvPr/>
        </p:nvSpPr>
        <p:spPr>
          <a:xfrm rot="-5400000">
            <a:off x="4618961" y="3068375"/>
            <a:ext cx="1486200" cy="1486200"/>
          </a:xfrm>
          <a:prstGeom prst="ellipse">
            <a:avLst/>
          </a:prstGeom>
          <a:gradFill>
            <a:gsLst>
              <a:gs pos="0">
                <a:schemeClr val="accent3"/>
              </a:gs>
              <a:gs pos="56000">
                <a:schemeClr val="accent1"/>
              </a:gs>
              <a:gs pos="100000">
                <a:schemeClr val="accent1"/>
              </a:gs>
            </a:gsLst>
            <a:lin ang="13500032" scaled="0"/>
          </a:gradFill>
          <a:ln>
            <a:noFill/>
          </a:ln>
          <a:effectLst>
            <a:outerShdw blurRad="328613" dist="28575" dir="2700000" algn="bl" rotWithShape="0">
              <a:schemeClr val="accent1">
                <a:alpha val="28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50" name="Google Shape;150;p16"/>
          <p:cNvSpPr/>
          <p:nvPr/>
        </p:nvSpPr>
        <p:spPr>
          <a:xfrm>
            <a:off x="6521248" y="3068375"/>
            <a:ext cx="1486200" cy="1486200"/>
          </a:xfrm>
          <a:prstGeom prst="ellipse">
            <a:avLst/>
          </a:prstGeom>
          <a:gradFill>
            <a:gsLst>
              <a:gs pos="0">
                <a:schemeClr val="accent3"/>
              </a:gs>
              <a:gs pos="35000">
                <a:schemeClr val="accent3"/>
              </a:gs>
              <a:gs pos="100000">
                <a:schemeClr val="accent1"/>
              </a:gs>
            </a:gsLst>
            <a:lin ang="8099331" scaled="0"/>
          </a:gradFill>
          <a:ln>
            <a:noFill/>
          </a:ln>
          <a:effectLst>
            <a:outerShdw blurRad="342900" dist="38100" dir="5400000" algn="bl" rotWithShape="0">
              <a:schemeClr val="accent3">
                <a:alpha val="3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51" name="Google Shape;151;p16"/>
          <p:cNvSpPr txBox="1">
            <a:spLocks noGrp="1"/>
          </p:cNvSpPr>
          <p:nvPr>
            <p:ph type="body" idx="1"/>
          </p:nvPr>
        </p:nvSpPr>
        <p:spPr>
          <a:xfrm>
            <a:off x="115025" y="908975"/>
            <a:ext cx="5369100" cy="2478000"/>
          </a:xfrm>
          <a:prstGeom prst="rect">
            <a:avLst/>
          </a:prstGeom>
        </p:spPr>
        <p:txBody>
          <a:bodyPr spcFirstLastPara="1" wrap="square" lIns="91425" tIns="0" rIns="91425" bIns="91425" anchor="t" anchorCtr="0">
            <a:noAutofit/>
          </a:bodyPr>
          <a:lstStyle>
            <a:lvl1pPr marL="457200" lvl="0" indent="-457200">
              <a:spcBef>
                <a:spcPts val="0"/>
              </a:spcBef>
              <a:spcAft>
                <a:spcPts val="0"/>
              </a:spcAft>
              <a:buClr>
                <a:schemeClr val="lt1"/>
              </a:buClr>
              <a:buSzPts val="3600"/>
              <a:buFont typeface="IBM Plex Sans"/>
              <a:buChar char="●"/>
              <a:defRPr sz="3600">
                <a:latin typeface="IBM Plex Sans"/>
                <a:ea typeface="IBM Plex Sans"/>
                <a:cs typeface="IBM Plex Sans"/>
                <a:sym typeface="IBM Plex Sans"/>
              </a:defRPr>
            </a:lvl1pPr>
            <a:lvl2pPr marL="914400" lvl="1"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2pPr>
            <a:lvl3pPr marL="1371600" lvl="2"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3pPr>
            <a:lvl4pPr marL="1828800" lvl="3"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4pPr>
            <a:lvl5pPr marL="2286000" lvl="4"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5pPr>
            <a:lvl6pPr marL="2743200" lvl="5"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6pPr>
            <a:lvl7pPr marL="3200400" lvl="6"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7pPr>
            <a:lvl8pPr marL="3657600" lvl="7" indent="-457200">
              <a:spcBef>
                <a:spcPts val="800"/>
              </a:spcBef>
              <a:spcAft>
                <a:spcPts val="0"/>
              </a:spcAft>
              <a:buClr>
                <a:schemeClr val="lt1"/>
              </a:buClr>
              <a:buSzPts val="3600"/>
              <a:buFont typeface="IBM Plex Sans"/>
              <a:buChar char="○"/>
              <a:defRPr sz="3600">
                <a:latin typeface="IBM Plex Sans"/>
                <a:ea typeface="IBM Plex Sans"/>
                <a:cs typeface="IBM Plex Sans"/>
                <a:sym typeface="IBM Plex Sans"/>
              </a:defRPr>
            </a:lvl8pPr>
            <a:lvl9pPr marL="4114800" lvl="8" indent="-457200">
              <a:spcBef>
                <a:spcPts val="800"/>
              </a:spcBef>
              <a:spcAft>
                <a:spcPts val="800"/>
              </a:spcAft>
              <a:buClr>
                <a:schemeClr val="lt1"/>
              </a:buClr>
              <a:buSzPts val="3600"/>
              <a:buFont typeface="IBM Plex Sans"/>
              <a:buChar char="■"/>
              <a:defRPr sz="3600">
                <a:latin typeface="IBM Plex Sans"/>
                <a:ea typeface="IBM Plex Sans"/>
                <a:cs typeface="IBM Plex Sans"/>
                <a:sym typeface="IBM Plex Sans"/>
              </a:defRPr>
            </a:lvl9pPr>
          </a:lstStyle>
          <a:p>
            <a:endParaRPr/>
          </a:p>
        </p:txBody>
      </p:sp>
      <p:sp>
        <p:nvSpPr>
          <p:cNvPr id="152" name="Google Shape;152;p16"/>
          <p:cNvSpPr txBox="1">
            <a:spLocks noGrp="1"/>
          </p:cNvSpPr>
          <p:nvPr>
            <p:ph type="title" idx="2"/>
          </p:nvPr>
        </p:nvSpPr>
        <p:spPr>
          <a:xfrm>
            <a:off x="115025" y="502775"/>
            <a:ext cx="4183800" cy="4062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3600">
                <a:solidFill>
                  <a:schemeClr val="accent3"/>
                </a:solidFill>
              </a:defRPr>
            </a:lvl2pPr>
            <a:lvl3pPr lvl="2">
              <a:lnSpc>
                <a:spcPct val="115000"/>
              </a:lnSpc>
              <a:spcBef>
                <a:spcPts val="0"/>
              </a:spcBef>
              <a:spcAft>
                <a:spcPts val="0"/>
              </a:spcAft>
              <a:buNone/>
              <a:defRPr sz="3600">
                <a:solidFill>
                  <a:schemeClr val="accent3"/>
                </a:solidFill>
              </a:defRPr>
            </a:lvl3pPr>
            <a:lvl4pPr lvl="3">
              <a:lnSpc>
                <a:spcPct val="115000"/>
              </a:lnSpc>
              <a:spcBef>
                <a:spcPts val="0"/>
              </a:spcBef>
              <a:spcAft>
                <a:spcPts val="0"/>
              </a:spcAft>
              <a:buNone/>
              <a:defRPr sz="3600">
                <a:solidFill>
                  <a:schemeClr val="accent3"/>
                </a:solidFill>
              </a:defRPr>
            </a:lvl4pPr>
            <a:lvl5pPr lvl="4">
              <a:lnSpc>
                <a:spcPct val="115000"/>
              </a:lnSpc>
              <a:spcBef>
                <a:spcPts val="0"/>
              </a:spcBef>
              <a:spcAft>
                <a:spcPts val="0"/>
              </a:spcAft>
              <a:buNone/>
              <a:defRPr sz="3600">
                <a:solidFill>
                  <a:schemeClr val="accent3"/>
                </a:solidFill>
              </a:defRPr>
            </a:lvl5pPr>
            <a:lvl6pPr lvl="5">
              <a:lnSpc>
                <a:spcPct val="115000"/>
              </a:lnSpc>
              <a:spcBef>
                <a:spcPts val="0"/>
              </a:spcBef>
              <a:spcAft>
                <a:spcPts val="0"/>
              </a:spcAft>
              <a:buNone/>
              <a:defRPr sz="3600">
                <a:solidFill>
                  <a:schemeClr val="accent3"/>
                </a:solidFill>
              </a:defRPr>
            </a:lvl6pPr>
            <a:lvl7pPr lvl="6">
              <a:lnSpc>
                <a:spcPct val="115000"/>
              </a:lnSpc>
              <a:spcBef>
                <a:spcPts val="0"/>
              </a:spcBef>
              <a:spcAft>
                <a:spcPts val="0"/>
              </a:spcAft>
              <a:buNone/>
              <a:defRPr sz="3600">
                <a:solidFill>
                  <a:schemeClr val="accent3"/>
                </a:solidFill>
              </a:defRPr>
            </a:lvl7pPr>
            <a:lvl8pPr lvl="7">
              <a:lnSpc>
                <a:spcPct val="115000"/>
              </a:lnSpc>
              <a:spcBef>
                <a:spcPts val="0"/>
              </a:spcBef>
              <a:spcAft>
                <a:spcPts val="0"/>
              </a:spcAft>
              <a:buNone/>
              <a:defRPr sz="3600">
                <a:solidFill>
                  <a:schemeClr val="accent3"/>
                </a:solidFill>
              </a:defRPr>
            </a:lvl8pPr>
            <a:lvl9pPr lvl="8">
              <a:lnSpc>
                <a:spcPct val="115000"/>
              </a:lnSpc>
              <a:spcBef>
                <a:spcPts val="0"/>
              </a:spcBef>
              <a:spcAft>
                <a:spcPts val="0"/>
              </a:spcAft>
              <a:buNone/>
              <a:defRPr sz="3600">
                <a:solidFill>
                  <a:schemeClr val="accent3"/>
                </a:solidFill>
              </a:defRPr>
            </a:lvl9pPr>
          </a:lstStyle>
          <a:p>
            <a:endParaRPr/>
          </a:p>
        </p:txBody>
      </p:sp>
      <p:sp>
        <p:nvSpPr>
          <p:cNvPr id="153" name="Google Shape;153;p16"/>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 Alt 1">
  <p:cSld name="BLANK_1_1_1">
    <p:spTree>
      <p:nvGrpSpPr>
        <p:cNvPr id="1" name="Shape 154"/>
        <p:cNvGrpSpPr/>
        <p:nvPr/>
      </p:nvGrpSpPr>
      <p:grpSpPr>
        <a:xfrm>
          <a:off x="0" y="0"/>
          <a:ext cx="0" cy="0"/>
          <a:chOff x="0" y="0"/>
          <a:chExt cx="0" cy="0"/>
        </a:xfrm>
      </p:grpSpPr>
      <p:grpSp>
        <p:nvGrpSpPr>
          <p:cNvPr id="155" name="Google Shape;155;p17"/>
          <p:cNvGrpSpPr/>
          <p:nvPr/>
        </p:nvGrpSpPr>
        <p:grpSpPr>
          <a:xfrm>
            <a:off x="228600" y="2793625"/>
            <a:ext cx="2221200" cy="1481050"/>
            <a:chOff x="312900" y="2793625"/>
            <a:chExt cx="2221200" cy="1481050"/>
          </a:xfrm>
        </p:grpSpPr>
        <p:grpSp>
          <p:nvGrpSpPr>
            <p:cNvPr id="156" name="Google Shape;156;p17"/>
            <p:cNvGrpSpPr/>
            <p:nvPr/>
          </p:nvGrpSpPr>
          <p:grpSpPr>
            <a:xfrm>
              <a:off x="312900" y="2793625"/>
              <a:ext cx="1851000" cy="1481050"/>
              <a:chOff x="461225" y="3249175"/>
              <a:chExt cx="1851000" cy="1481050"/>
            </a:xfrm>
          </p:grpSpPr>
          <p:grpSp>
            <p:nvGrpSpPr>
              <p:cNvPr id="157" name="Google Shape;157;p17"/>
              <p:cNvGrpSpPr/>
              <p:nvPr/>
            </p:nvGrpSpPr>
            <p:grpSpPr>
              <a:xfrm>
                <a:off x="461225" y="3249175"/>
                <a:ext cx="1851000" cy="370200"/>
                <a:chOff x="461225" y="3249175"/>
                <a:chExt cx="1851000" cy="370200"/>
              </a:xfrm>
            </p:grpSpPr>
            <p:sp>
              <p:nvSpPr>
                <p:cNvPr id="158" name="Google Shape;158;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59" name="Google Shape;159;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60" name="Google Shape;160;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61" name="Google Shape;161;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62" name="Google Shape;162;p17"/>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63" name="Google Shape;163;p17"/>
              <p:cNvGrpSpPr/>
              <p:nvPr/>
            </p:nvGrpSpPr>
            <p:grpSpPr>
              <a:xfrm>
                <a:off x="461225" y="3619500"/>
                <a:ext cx="1851000" cy="370200"/>
                <a:chOff x="461225" y="3249175"/>
                <a:chExt cx="1851000" cy="370200"/>
              </a:xfrm>
            </p:grpSpPr>
            <p:sp>
              <p:nvSpPr>
                <p:cNvPr id="164" name="Google Shape;164;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65" name="Google Shape;165;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66" name="Google Shape;166;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67" name="Google Shape;167;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68" name="Google Shape;168;p17"/>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69" name="Google Shape;169;p17"/>
              <p:cNvGrpSpPr/>
              <p:nvPr/>
            </p:nvGrpSpPr>
            <p:grpSpPr>
              <a:xfrm>
                <a:off x="461225" y="3989700"/>
                <a:ext cx="1851000" cy="370200"/>
                <a:chOff x="461225" y="3249175"/>
                <a:chExt cx="1851000" cy="370200"/>
              </a:xfrm>
            </p:grpSpPr>
            <p:sp>
              <p:nvSpPr>
                <p:cNvPr id="170" name="Google Shape;170;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1" name="Google Shape;171;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2" name="Google Shape;172;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3" name="Google Shape;173;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4" name="Google Shape;174;p17"/>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75" name="Google Shape;175;p17"/>
              <p:cNvGrpSpPr/>
              <p:nvPr/>
            </p:nvGrpSpPr>
            <p:grpSpPr>
              <a:xfrm>
                <a:off x="461225" y="4360025"/>
                <a:ext cx="1851000" cy="370200"/>
                <a:chOff x="461225" y="3249175"/>
                <a:chExt cx="1851000" cy="370200"/>
              </a:xfrm>
            </p:grpSpPr>
            <p:sp>
              <p:nvSpPr>
                <p:cNvPr id="176" name="Google Shape;176;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7" name="Google Shape;177;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8" name="Google Shape;178;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79" name="Google Shape;179;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80" name="Google Shape;180;p17"/>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181" name="Google Shape;181;p17"/>
            <p:cNvSpPr/>
            <p:nvPr/>
          </p:nvSpPr>
          <p:spPr>
            <a:xfrm>
              <a:off x="2163900" y="279362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82" name="Google Shape;182;p17"/>
          <p:cNvGrpSpPr/>
          <p:nvPr/>
        </p:nvGrpSpPr>
        <p:grpSpPr>
          <a:xfrm>
            <a:off x="7663200" y="-725"/>
            <a:ext cx="1480800" cy="1396025"/>
            <a:chOff x="461225" y="3334200"/>
            <a:chExt cx="1480800" cy="1396025"/>
          </a:xfrm>
        </p:grpSpPr>
        <p:grpSp>
          <p:nvGrpSpPr>
            <p:cNvPr id="183" name="Google Shape;183;p17"/>
            <p:cNvGrpSpPr/>
            <p:nvPr/>
          </p:nvGrpSpPr>
          <p:grpSpPr>
            <a:xfrm>
              <a:off x="461225" y="3334200"/>
              <a:ext cx="1480800" cy="285300"/>
              <a:chOff x="461225" y="3334200"/>
              <a:chExt cx="1480800" cy="285300"/>
            </a:xfrm>
          </p:grpSpPr>
          <p:sp>
            <p:nvSpPr>
              <p:cNvPr id="184" name="Google Shape;184;p17"/>
              <p:cNvSpPr/>
              <p:nvPr/>
            </p:nvSpPr>
            <p:spPr>
              <a:xfrm>
                <a:off x="461225" y="3334200"/>
                <a:ext cx="370200" cy="28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85" name="Google Shape;185;p17"/>
              <p:cNvSpPr/>
              <p:nvPr/>
            </p:nvSpPr>
            <p:spPr>
              <a:xfrm>
                <a:off x="831425" y="3334200"/>
                <a:ext cx="370200" cy="28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86" name="Google Shape;186;p17"/>
              <p:cNvSpPr/>
              <p:nvPr/>
            </p:nvSpPr>
            <p:spPr>
              <a:xfrm>
                <a:off x="1201625" y="3334200"/>
                <a:ext cx="370200" cy="28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87" name="Google Shape;187;p17"/>
              <p:cNvSpPr/>
              <p:nvPr/>
            </p:nvSpPr>
            <p:spPr>
              <a:xfrm>
                <a:off x="1571825" y="3334200"/>
                <a:ext cx="370200" cy="28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88" name="Google Shape;188;p17"/>
            <p:cNvGrpSpPr/>
            <p:nvPr/>
          </p:nvGrpSpPr>
          <p:grpSpPr>
            <a:xfrm>
              <a:off x="461225" y="3619500"/>
              <a:ext cx="1480800" cy="370200"/>
              <a:chOff x="461225" y="3249175"/>
              <a:chExt cx="1480800" cy="370200"/>
            </a:xfrm>
          </p:grpSpPr>
          <p:sp>
            <p:nvSpPr>
              <p:cNvPr id="189" name="Google Shape;189;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90" name="Google Shape;190;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91" name="Google Shape;191;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92" name="Google Shape;192;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93" name="Google Shape;193;p17"/>
            <p:cNvGrpSpPr/>
            <p:nvPr/>
          </p:nvGrpSpPr>
          <p:grpSpPr>
            <a:xfrm>
              <a:off x="461225" y="3989700"/>
              <a:ext cx="1480800" cy="370200"/>
              <a:chOff x="461225" y="3249175"/>
              <a:chExt cx="1480800" cy="370200"/>
            </a:xfrm>
          </p:grpSpPr>
          <p:sp>
            <p:nvSpPr>
              <p:cNvPr id="194" name="Google Shape;194;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95" name="Google Shape;195;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96" name="Google Shape;196;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197" name="Google Shape;197;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198" name="Google Shape;198;p17"/>
            <p:cNvGrpSpPr/>
            <p:nvPr/>
          </p:nvGrpSpPr>
          <p:grpSpPr>
            <a:xfrm>
              <a:off x="461225" y="4360025"/>
              <a:ext cx="1480800" cy="370200"/>
              <a:chOff x="461225" y="3249175"/>
              <a:chExt cx="1480800" cy="370200"/>
            </a:xfrm>
          </p:grpSpPr>
          <p:sp>
            <p:nvSpPr>
              <p:cNvPr id="199" name="Google Shape;199;p17"/>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00" name="Google Shape;200;p17"/>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01" name="Google Shape;201;p17"/>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02" name="Google Shape;202;p17"/>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grpSp>
        <p:nvGrpSpPr>
          <p:cNvPr id="203" name="Google Shape;203;p17"/>
          <p:cNvGrpSpPr/>
          <p:nvPr/>
        </p:nvGrpSpPr>
        <p:grpSpPr>
          <a:xfrm>
            <a:off x="1843925" y="-725"/>
            <a:ext cx="7300075" cy="5144088"/>
            <a:chOff x="1870575" y="-635"/>
            <a:chExt cx="7300075" cy="5174097"/>
          </a:xfrm>
        </p:grpSpPr>
        <p:sp>
          <p:nvSpPr>
            <p:cNvPr id="204" name="Google Shape;204;p17"/>
            <p:cNvSpPr/>
            <p:nvPr/>
          </p:nvSpPr>
          <p:spPr>
            <a:xfrm>
              <a:off x="1870575" y="-635"/>
              <a:ext cx="7300075" cy="4989625"/>
            </a:xfrm>
            <a:custGeom>
              <a:avLst/>
              <a:gdLst/>
              <a:ahLst/>
              <a:cxnLst/>
              <a:rect l="l" t="t" r="r" b="b"/>
              <a:pathLst>
                <a:path w="292003" h="199585" extrusionOk="0">
                  <a:moveTo>
                    <a:pt x="76429" y="0"/>
                  </a:moveTo>
                  <a:lnTo>
                    <a:pt x="0" y="163603"/>
                  </a:lnTo>
                  <a:lnTo>
                    <a:pt x="250486" y="199585"/>
                  </a:lnTo>
                  <a:lnTo>
                    <a:pt x="292003" y="107785"/>
                  </a:lnTo>
                  <a:lnTo>
                    <a:pt x="292003" y="52891"/>
                  </a:lnTo>
                  <a:lnTo>
                    <a:pt x="234162" y="0"/>
                  </a:lnTo>
                  <a:close/>
                </a:path>
              </a:pathLst>
            </a:custGeom>
            <a:gradFill>
              <a:gsLst>
                <a:gs pos="0">
                  <a:schemeClr val="accent3"/>
                </a:gs>
                <a:gs pos="77000">
                  <a:schemeClr val="accent1"/>
                </a:gs>
                <a:gs pos="100000">
                  <a:schemeClr val="accent1"/>
                </a:gs>
              </a:gsLst>
              <a:lin ang="8099331" scaled="0"/>
            </a:gradFill>
            <a:ln>
              <a:noFill/>
            </a:ln>
          </p:spPr>
        </p:sp>
        <p:sp>
          <p:nvSpPr>
            <p:cNvPr id="205" name="Google Shape;205;p17"/>
            <p:cNvSpPr/>
            <p:nvPr/>
          </p:nvSpPr>
          <p:spPr>
            <a:xfrm>
              <a:off x="1870575" y="4089437"/>
              <a:ext cx="6285225" cy="1084025"/>
            </a:xfrm>
            <a:custGeom>
              <a:avLst/>
              <a:gdLst/>
              <a:ahLst/>
              <a:cxnLst/>
              <a:rect l="l" t="t" r="r" b="b"/>
              <a:pathLst>
                <a:path w="251409" h="43361" extrusionOk="0">
                  <a:moveTo>
                    <a:pt x="0" y="0"/>
                  </a:moveTo>
                  <a:lnTo>
                    <a:pt x="6458" y="43361"/>
                  </a:lnTo>
                  <a:lnTo>
                    <a:pt x="251409" y="43361"/>
                  </a:lnTo>
                  <a:lnTo>
                    <a:pt x="250494" y="35931"/>
                  </a:lnTo>
                  <a:close/>
                </a:path>
              </a:pathLst>
            </a:custGeom>
            <a:solidFill>
              <a:schemeClr val="accent5"/>
            </a:solidFill>
            <a:ln>
              <a:noFill/>
            </a:ln>
          </p:spPr>
        </p:sp>
      </p:grpSp>
      <p:sp>
        <p:nvSpPr>
          <p:cNvPr id="206" name="Google Shape;206;p17"/>
          <p:cNvSpPr txBox="1">
            <a:spLocks noGrp="1"/>
          </p:cNvSpPr>
          <p:nvPr>
            <p:ph type="body" idx="1"/>
          </p:nvPr>
        </p:nvSpPr>
        <p:spPr>
          <a:xfrm>
            <a:off x="4631450" y="2170025"/>
            <a:ext cx="2896200" cy="1887600"/>
          </a:xfrm>
          <a:prstGeom prst="rect">
            <a:avLst/>
          </a:prstGeom>
        </p:spPr>
        <p:txBody>
          <a:bodyPr spcFirstLastPara="1" wrap="square" lIns="91425" tIns="91425" rIns="91425" bIns="91425" anchor="t" anchorCtr="0">
            <a:noAutofit/>
          </a:bodyPr>
          <a:lstStyle>
            <a:lvl1pPr marL="457200" lvl="0" indent="-292100">
              <a:lnSpc>
                <a:spcPct val="115000"/>
              </a:lnSpc>
              <a:spcBef>
                <a:spcPts val="0"/>
              </a:spcBef>
              <a:spcAft>
                <a:spcPts val="0"/>
              </a:spcAft>
              <a:buClr>
                <a:schemeClr val="lt1"/>
              </a:buClr>
              <a:buSzPts val="1000"/>
              <a:buFont typeface="Sora"/>
              <a:buChar char="●"/>
              <a:defRPr sz="1000"/>
            </a:lvl1pPr>
            <a:lvl2pPr marL="914400" lvl="1" indent="-292100">
              <a:lnSpc>
                <a:spcPct val="115000"/>
              </a:lnSpc>
              <a:spcBef>
                <a:spcPts val="800"/>
              </a:spcBef>
              <a:spcAft>
                <a:spcPts val="0"/>
              </a:spcAft>
              <a:buClr>
                <a:schemeClr val="lt1"/>
              </a:buClr>
              <a:buSzPts val="1000"/>
              <a:buFont typeface="Sora"/>
              <a:buChar char="○"/>
              <a:defRPr sz="1000"/>
            </a:lvl2pPr>
            <a:lvl3pPr marL="1371600" lvl="2" indent="-228600">
              <a:lnSpc>
                <a:spcPct val="115000"/>
              </a:lnSpc>
              <a:spcBef>
                <a:spcPts val="800"/>
              </a:spcBef>
              <a:spcAft>
                <a:spcPts val="0"/>
              </a:spcAft>
              <a:buNone/>
              <a:defRPr sz="1000"/>
            </a:lvl3pPr>
            <a:lvl4pPr marL="1828800" lvl="3" indent="-292100">
              <a:lnSpc>
                <a:spcPct val="115000"/>
              </a:lnSpc>
              <a:spcBef>
                <a:spcPts val="0"/>
              </a:spcBef>
              <a:spcAft>
                <a:spcPts val="0"/>
              </a:spcAft>
              <a:buClr>
                <a:schemeClr val="lt1"/>
              </a:buClr>
              <a:buSzPts val="1000"/>
              <a:buFont typeface="Sora"/>
              <a:buChar char="●"/>
              <a:defRPr sz="1000"/>
            </a:lvl4pPr>
            <a:lvl5pPr marL="2286000" lvl="4" indent="-292100">
              <a:lnSpc>
                <a:spcPct val="115000"/>
              </a:lnSpc>
              <a:spcBef>
                <a:spcPts val="800"/>
              </a:spcBef>
              <a:spcAft>
                <a:spcPts val="0"/>
              </a:spcAft>
              <a:buClr>
                <a:schemeClr val="lt1"/>
              </a:buClr>
              <a:buSzPts val="1000"/>
              <a:buFont typeface="Sora"/>
              <a:buChar char="○"/>
              <a:defRPr sz="1000"/>
            </a:lvl5pPr>
            <a:lvl6pPr marL="2743200" lvl="5" indent="-292100">
              <a:lnSpc>
                <a:spcPct val="115000"/>
              </a:lnSpc>
              <a:spcBef>
                <a:spcPts val="800"/>
              </a:spcBef>
              <a:spcAft>
                <a:spcPts val="0"/>
              </a:spcAft>
              <a:buClr>
                <a:schemeClr val="lt1"/>
              </a:buClr>
              <a:buSzPts val="1000"/>
              <a:buFont typeface="Sora"/>
              <a:buChar char="■"/>
              <a:defRPr sz="1000"/>
            </a:lvl6pPr>
            <a:lvl7pPr marL="3200400" lvl="6" indent="-292100">
              <a:lnSpc>
                <a:spcPct val="115000"/>
              </a:lnSpc>
              <a:spcBef>
                <a:spcPts val="800"/>
              </a:spcBef>
              <a:spcAft>
                <a:spcPts val="0"/>
              </a:spcAft>
              <a:buClr>
                <a:schemeClr val="lt1"/>
              </a:buClr>
              <a:buSzPts val="1000"/>
              <a:buFont typeface="Sora"/>
              <a:buChar char="●"/>
              <a:defRPr sz="1000"/>
            </a:lvl7pPr>
            <a:lvl8pPr marL="3657600" lvl="7" indent="-292100">
              <a:lnSpc>
                <a:spcPct val="115000"/>
              </a:lnSpc>
              <a:spcBef>
                <a:spcPts val="800"/>
              </a:spcBef>
              <a:spcAft>
                <a:spcPts val="0"/>
              </a:spcAft>
              <a:buClr>
                <a:schemeClr val="lt1"/>
              </a:buClr>
              <a:buSzPts val="1000"/>
              <a:buFont typeface="Sora"/>
              <a:buChar char="○"/>
              <a:defRPr sz="1000"/>
            </a:lvl8pPr>
            <a:lvl9pPr marL="4114800" lvl="8" indent="-228600">
              <a:lnSpc>
                <a:spcPct val="115000"/>
              </a:lnSpc>
              <a:spcBef>
                <a:spcPts val="800"/>
              </a:spcBef>
              <a:spcAft>
                <a:spcPts val="0"/>
              </a:spcAft>
              <a:buNone/>
              <a:defRPr sz="1000"/>
            </a:lvl9pPr>
          </a:lstStyle>
          <a:p>
            <a:endParaRPr/>
          </a:p>
        </p:txBody>
      </p:sp>
      <p:sp>
        <p:nvSpPr>
          <p:cNvPr id="207" name="Google Shape;207;p17"/>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208" name="Google Shape;208;p17"/>
          <p:cNvSpPr txBox="1">
            <a:spLocks noGrp="1"/>
          </p:cNvSpPr>
          <p:nvPr>
            <p:ph type="body" idx="2"/>
          </p:nvPr>
        </p:nvSpPr>
        <p:spPr>
          <a:xfrm>
            <a:off x="4631450" y="827575"/>
            <a:ext cx="2896200" cy="12003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Font typeface="Sora"/>
              <a:buChar char="●"/>
              <a:defRPr sz="1000"/>
            </a:lvl1pPr>
            <a:lvl2pPr marL="914400" lvl="1" indent="-292100">
              <a:spcBef>
                <a:spcPts val="800"/>
              </a:spcBef>
              <a:spcAft>
                <a:spcPts val="0"/>
              </a:spcAft>
              <a:buSzPts val="1000"/>
              <a:buFont typeface="Sora"/>
              <a:buChar char="○"/>
              <a:defRPr sz="1000"/>
            </a:lvl2pPr>
            <a:lvl3pPr marL="1371600" lvl="2" indent="-292100">
              <a:spcBef>
                <a:spcPts val="800"/>
              </a:spcBef>
              <a:spcAft>
                <a:spcPts val="0"/>
              </a:spcAft>
              <a:buSzPts val="1000"/>
              <a:buFont typeface="Sora"/>
              <a:buChar char="■"/>
              <a:defRPr sz="1000"/>
            </a:lvl3pPr>
            <a:lvl4pPr marL="1828800" lvl="3" indent="-292100">
              <a:spcBef>
                <a:spcPts val="800"/>
              </a:spcBef>
              <a:spcAft>
                <a:spcPts val="0"/>
              </a:spcAft>
              <a:buSzPts val="1000"/>
              <a:buFont typeface="Sora"/>
              <a:buChar char="●"/>
              <a:defRPr sz="1000"/>
            </a:lvl4pPr>
            <a:lvl5pPr marL="2286000" lvl="4" indent="-292100">
              <a:spcBef>
                <a:spcPts val="800"/>
              </a:spcBef>
              <a:spcAft>
                <a:spcPts val="0"/>
              </a:spcAft>
              <a:buSzPts val="1000"/>
              <a:buFont typeface="Sora"/>
              <a:buChar char="○"/>
              <a:defRPr sz="1000"/>
            </a:lvl5pPr>
            <a:lvl6pPr marL="2743200" lvl="5" indent="-292100">
              <a:spcBef>
                <a:spcPts val="800"/>
              </a:spcBef>
              <a:spcAft>
                <a:spcPts val="0"/>
              </a:spcAft>
              <a:buSzPts val="1000"/>
              <a:buFont typeface="Sora"/>
              <a:buChar char="■"/>
              <a:defRPr sz="1000"/>
            </a:lvl6pPr>
            <a:lvl7pPr marL="3200400" lvl="6" indent="-292100">
              <a:spcBef>
                <a:spcPts val="800"/>
              </a:spcBef>
              <a:spcAft>
                <a:spcPts val="0"/>
              </a:spcAft>
              <a:buSzPts val="1000"/>
              <a:buFont typeface="Sora"/>
              <a:buChar char="●"/>
              <a:defRPr sz="1000"/>
            </a:lvl7pPr>
            <a:lvl8pPr marL="3657600" lvl="7" indent="-292100">
              <a:spcBef>
                <a:spcPts val="800"/>
              </a:spcBef>
              <a:spcAft>
                <a:spcPts val="0"/>
              </a:spcAft>
              <a:buSzPts val="1000"/>
              <a:buFont typeface="Sora"/>
              <a:buChar char="○"/>
              <a:defRPr sz="1000"/>
            </a:lvl8pPr>
            <a:lvl9pPr marL="4114800" lvl="8" indent="-292100">
              <a:spcBef>
                <a:spcPts val="800"/>
              </a:spcBef>
              <a:spcAft>
                <a:spcPts val="800"/>
              </a:spcAft>
              <a:buSzPts val="1000"/>
              <a:buFont typeface="Sora"/>
              <a:buChar char="■"/>
              <a:defRPr sz="1000"/>
            </a:lvl9pPr>
          </a:lstStyle>
          <a:p>
            <a:endParaRPr/>
          </a:p>
        </p:txBody>
      </p:sp>
      <p:sp>
        <p:nvSpPr>
          <p:cNvPr id="209" name="Google Shape;209;p17"/>
          <p:cNvSpPr txBox="1">
            <a:spLocks noGrp="1"/>
          </p:cNvSpPr>
          <p:nvPr>
            <p:ph type="title" idx="3"/>
          </p:nvPr>
        </p:nvSpPr>
        <p:spPr>
          <a:xfrm>
            <a:off x="115025" y="502775"/>
            <a:ext cx="3905400" cy="5877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210" name="Google Shape;210;p17"/>
          <p:cNvSpPr txBox="1">
            <a:spLocks noGrp="1"/>
          </p:cNvSpPr>
          <p:nvPr>
            <p:ph type="title" idx="4"/>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3 images">
  <p:cSld name="BLANK_1_1_1_1_2">
    <p:bg>
      <p:bgPr>
        <a:solidFill>
          <a:schemeClr val="lt1"/>
        </a:solidFill>
        <a:effectLst/>
      </p:bgPr>
    </p:bg>
    <p:spTree>
      <p:nvGrpSpPr>
        <p:cNvPr id="1" name="Shape 211"/>
        <p:cNvGrpSpPr/>
        <p:nvPr/>
      </p:nvGrpSpPr>
      <p:grpSpPr>
        <a:xfrm>
          <a:off x="0" y="0"/>
          <a:ext cx="0" cy="0"/>
          <a:chOff x="0" y="0"/>
          <a:chExt cx="0" cy="0"/>
        </a:xfrm>
      </p:grpSpPr>
      <p:sp>
        <p:nvSpPr>
          <p:cNvPr id="212" name="Google Shape;212;p18"/>
          <p:cNvSpPr/>
          <p:nvPr/>
        </p:nvSpPr>
        <p:spPr>
          <a:xfrm rot="10800000" flipH="1">
            <a:off x="4482600" y="741600"/>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13" name="Google Shape;213;p18"/>
          <p:cNvSpPr/>
          <p:nvPr/>
        </p:nvSpPr>
        <p:spPr>
          <a:xfrm rot="10800000" flipH="1">
            <a:off x="4482600" y="1014475"/>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14" name="Google Shape;214;p18"/>
          <p:cNvSpPr/>
          <p:nvPr/>
        </p:nvSpPr>
        <p:spPr>
          <a:xfrm rot="10800000" flipH="1">
            <a:off x="4482600" y="1594038"/>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15" name="Google Shape;215;p18"/>
          <p:cNvSpPr/>
          <p:nvPr/>
        </p:nvSpPr>
        <p:spPr>
          <a:xfrm rot="10800000" flipH="1">
            <a:off x="4482600" y="1291263"/>
            <a:ext cx="46404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16" name="Google Shape;216;p18"/>
          <p:cNvSpPr txBox="1">
            <a:spLocks noGrp="1"/>
          </p:cNvSpPr>
          <p:nvPr>
            <p:ph type="title"/>
          </p:nvPr>
        </p:nvSpPr>
        <p:spPr>
          <a:xfrm>
            <a:off x="91950" y="292050"/>
            <a:ext cx="4390500" cy="1603500"/>
          </a:xfrm>
          <a:prstGeom prst="rect">
            <a:avLst/>
          </a:prstGeom>
        </p:spPr>
        <p:txBody>
          <a:bodyPr spcFirstLastPara="1" wrap="square" lIns="91425" tIns="91425" rIns="91425" bIns="91425" anchor="t" anchorCtr="0">
            <a:noAutofit/>
          </a:bodyPr>
          <a:lstStyle>
            <a:lvl1pPr lvl="0">
              <a:lnSpc>
                <a:spcPct val="90000"/>
              </a:lnSpc>
              <a:spcBef>
                <a:spcPts val="0"/>
              </a:spcBef>
              <a:spcAft>
                <a:spcPts val="0"/>
              </a:spcAft>
              <a:buNone/>
              <a:defRPr sz="5500">
                <a:solidFill>
                  <a:schemeClr val="dk2"/>
                </a:solidFill>
              </a:defRPr>
            </a:lvl1pPr>
            <a:lvl2pPr lvl="1">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2pPr>
            <a:lvl3pPr lvl="2">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3pPr>
            <a:lvl4pPr lvl="3">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4pPr>
            <a:lvl5pPr lvl="4">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5pPr>
            <a:lvl6pPr lvl="5">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6pPr>
            <a:lvl7pPr lvl="6">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7pPr>
            <a:lvl8pPr lvl="7">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8pPr>
            <a:lvl9pPr lvl="8">
              <a:lnSpc>
                <a:spcPct val="115000"/>
              </a:lnSpc>
              <a:spcBef>
                <a:spcPts val="0"/>
              </a:spcBef>
              <a:spcAft>
                <a:spcPts val="0"/>
              </a:spcAft>
              <a:buNone/>
              <a:defRPr sz="3600">
                <a:solidFill>
                  <a:schemeClr val="dk2"/>
                </a:solidFill>
                <a:latin typeface="IBM Plex Sans Medium"/>
                <a:ea typeface="IBM Plex Sans Medium"/>
                <a:cs typeface="IBM Plex Sans Medium"/>
                <a:sym typeface="IBM Plex Sans Medium"/>
              </a:defRPr>
            </a:lvl9pPr>
          </a:lstStyle>
          <a:p>
            <a:endParaRPr/>
          </a:p>
        </p:txBody>
      </p:sp>
      <p:sp>
        <p:nvSpPr>
          <p:cNvPr id="217" name="Google Shape;217;p18"/>
          <p:cNvSpPr>
            <a:spLocks noGrp="1"/>
          </p:cNvSpPr>
          <p:nvPr>
            <p:ph type="pic" idx="2"/>
          </p:nvPr>
        </p:nvSpPr>
        <p:spPr>
          <a:xfrm>
            <a:off x="225300" y="3132125"/>
            <a:ext cx="1849800" cy="1770300"/>
          </a:xfrm>
          <a:prstGeom prst="rect">
            <a:avLst/>
          </a:prstGeom>
          <a:noFill/>
          <a:ln>
            <a:noFill/>
          </a:ln>
        </p:spPr>
      </p:sp>
      <p:sp>
        <p:nvSpPr>
          <p:cNvPr id="218" name="Google Shape;218;p18"/>
          <p:cNvSpPr>
            <a:spLocks noGrp="1"/>
          </p:cNvSpPr>
          <p:nvPr>
            <p:ph type="pic" idx="3"/>
          </p:nvPr>
        </p:nvSpPr>
        <p:spPr>
          <a:xfrm>
            <a:off x="5262525" y="228600"/>
            <a:ext cx="1865100" cy="1790100"/>
          </a:xfrm>
          <a:prstGeom prst="rect">
            <a:avLst/>
          </a:prstGeom>
          <a:noFill/>
          <a:ln>
            <a:noFill/>
          </a:ln>
        </p:spPr>
      </p:sp>
      <p:sp>
        <p:nvSpPr>
          <p:cNvPr id="219" name="Google Shape;219;p18"/>
          <p:cNvSpPr>
            <a:spLocks noGrp="1"/>
          </p:cNvSpPr>
          <p:nvPr>
            <p:ph type="pic" idx="4"/>
          </p:nvPr>
        </p:nvSpPr>
        <p:spPr>
          <a:xfrm>
            <a:off x="7281675" y="228600"/>
            <a:ext cx="1849800" cy="1790100"/>
          </a:xfrm>
          <a:prstGeom prst="rect">
            <a:avLst/>
          </a:prstGeom>
          <a:noFill/>
          <a:ln>
            <a:noFill/>
          </a:ln>
        </p:spPr>
      </p:sp>
      <p:sp>
        <p:nvSpPr>
          <p:cNvPr id="220" name="Google Shape;220;p18"/>
          <p:cNvSpPr txBox="1">
            <a:spLocks noGrp="1"/>
          </p:cNvSpPr>
          <p:nvPr>
            <p:ph type="subTitle" idx="1"/>
          </p:nvPr>
        </p:nvSpPr>
        <p:spPr>
          <a:xfrm>
            <a:off x="5262525" y="2153019"/>
            <a:ext cx="1566900" cy="480900"/>
          </a:xfrm>
          <a:prstGeom prst="rect">
            <a:avLst/>
          </a:prstGeom>
        </p:spPr>
        <p:txBody>
          <a:bodyPr spcFirstLastPara="1" wrap="square" lIns="0" tIns="0" rIns="91425" bIns="91425" anchor="t" anchorCtr="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221" name="Google Shape;221;p18"/>
          <p:cNvSpPr txBox="1">
            <a:spLocks noGrp="1"/>
          </p:cNvSpPr>
          <p:nvPr>
            <p:ph type="subTitle" idx="5"/>
          </p:nvPr>
        </p:nvSpPr>
        <p:spPr>
          <a:xfrm>
            <a:off x="7281675" y="2153019"/>
            <a:ext cx="1566900" cy="480900"/>
          </a:xfrm>
          <a:prstGeom prst="rect">
            <a:avLst/>
          </a:prstGeom>
        </p:spPr>
        <p:txBody>
          <a:bodyPr spcFirstLastPara="1" wrap="square" lIns="0" tIns="0" rIns="91425" bIns="91425" anchor="t" anchorCtr="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222" name="Google Shape;222;p18"/>
          <p:cNvSpPr txBox="1">
            <a:spLocks noGrp="1"/>
          </p:cNvSpPr>
          <p:nvPr>
            <p:ph type="title" idx="6"/>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223" name="Google Shape;223;p18"/>
          <p:cNvSpPr txBox="1">
            <a:spLocks noGrp="1"/>
          </p:cNvSpPr>
          <p:nvPr>
            <p:ph type="title" idx="7"/>
          </p:nvPr>
        </p:nvSpPr>
        <p:spPr>
          <a:xfrm>
            <a:off x="7420225" y="4723025"/>
            <a:ext cx="1583400" cy="189300"/>
          </a:xfrm>
          <a:prstGeom prst="rect">
            <a:avLst/>
          </a:prstGeom>
        </p:spPr>
        <p:txBody>
          <a:bodyPr spcFirstLastPara="1" wrap="square" lIns="182875" tIns="91425" rIns="91425" bIns="0" anchor="b" anchorCtr="0">
            <a:noAutofit/>
          </a:bodyPr>
          <a:lstStyle>
            <a:lvl1pPr lvl="0" algn="r">
              <a:spcBef>
                <a:spcPts val="0"/>
              </a:spcBef>
              <a:spcAft>
                <a:spcPts val="0"/>
              </a:spcAft>
              <a:buNone/>
              <a:defRPr sz="900">
                <a:solidFill>
                  <a:schemeClr val="dk2"/>
                </a:solidFill>
                <a:latin typeface="Sora"/>
                <a:ea typeface="Sora"/>
                <a:cs typeface="Sora"/>
                <a:sym typeface="Sora"/>
              </a:defRPr>
            </a:lvl1pPr>
            <a:lvl2pPr lvl="1"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lgn="r">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
        <p:nvSpPr>
          <p:cNvPr id="224" name="Google Shape;224;p18"/>
          <p:cNvSpPr txBox="1">
            <a:spLocks noGrp="1"/>
          </p:cNvSpPr>
          <p:nvPr>
            <p:ph type="subTitle" idx="8"/>
          </p:nvPr>
        </p:nvSpPr>
        <p:spPr>
          <a:xfrm>
            <a:off x="2216381" y="3132125"/>
            <a:ext cx="1566900" cy="480900"/>
          </a:xfrm>
          <a:prstGeom prst="rect">
            <a:avLst/>
          </a:prstGeom>
        </p:spPr>
        <p:txBody>
          <a:bodyPr spcFirstLastPara="1" wrap="square" lIns="0" tIns="0" rIns="91425" bIns="91425" anchor="t" anchorCtr="0">
            <a:noAutofit/>
          </a:bodyPr>
          <a:lstStyle>
            <a:lvl1pPr lvl="0">
              <a:spcBef>
                <a:spcPts val="0"/>
              </a:spcBef>
              <a:spcAft>
                <a:spcPts val="0"/>
              </a:spcAft>
              <a:buClr>
                <a:schemeClr val="dk2"/>
              </a:buClr>
              <a:buSzPts val="1000"/>
              <a:buFont typeface="Sora"/>
              <a:buNone/>
              <a:defRPr sz="1000">
                <a:solidFill>
                  <a:schemeClr val="dk2"/>
                </a:solidFill>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grpSp>
        <p:nvGrpSpPr>
          <p:cNvPr id="225" name="Google Shape;225;p18"/>
          <p:cNvGrpSpPr/>
          <p:nvPr/>
        </p:nvGrpSpPr>
        <p:grpSpPr>
          <a:xfrm>
            <a:off x="4308382" y="2704009"/>
            <a:ext cx="4833127" cy="2437045"/>
            <a:chOff x="4308382" y="2704009"/>
            <a:chExt cx="4833127" cy="2437045"/>
          </a:xfrm>
        </p:grpSpPr>
        <p:sp>
          <p:nvSpPr>
            <p:cNvPr id="226" name="Google Shape;226;p18"/>
            <p:cNvSpPr/>
            <p:nvPr/>
          </p:nvSpPr>
          <p:spPr>
            <a:xfrm>
              <a:off x="4308382" y="4487840"/>
              <a:ext cx="4833127" cy="653214"/>
            </a:xfrm>
            <a:custGeom>
              <a:avLst/>
              <a:gdLst/>
              <a:ahLst/>
              <a:cxnLst/>
              <a:rect l="l" t="t" r="r" b="b"/>
              <a:pathLst>
                <a:path w="89735" h="12128" extrusionOk="0">
                  <a:moveTo>
                    <a:pt x="6834" y="1"/>
                  </a:moveTo>
                  <a:lnTo>
                    <a:pt x="6030" y="336"/>
                  </a:lnTo>
                  <a:lnTo>
                    <a:pt x="5271" y="671"/>
                  </a:lnTo>
                  <a:lnTo>
                    <a:pt x="4556" y="1006"/>
                  </a:lnTo>
                  <a:lnTo>
                    <a:pt x="3887" y="1363"/>
                  </a:lnTo>
                  <a:lnTo>
                    <a:pt x="3284" y="1720"/>
                  </a:lnTo>
                  <a:lnTo>
                    <a:pt x="2703" y="2078"/>
                  </a:lnTo>
                  <a:lnTo>
                    <a:pt x="2212" y="2457"/>
                  </a:lnTo>
                  <a:lnTo>
                    <a:pt x="1743" y="2815"/>
                  </a:lnTo>
                  <a:lnTo>
                    <a:pt x="1341" y="3194"/>
                  </a:lnTo>
                  <a:lnTo>
                    <a:pt x="983" y="3574"/>
                  </a:lnTo>
                  <a:lnTo>
                    <a:pt x="693" y="3954"/>
                  </a:lnTo>
                  <a:lnTo>
                    <a:pt x="447" y="4333"/>
                  </a:lnTo>
                  <a:lnTo>
                    <a:pt x="246" y="4713"/>
                  </a:lnTo>
                  <a:lnTo>
                    <a:pt x="112" y="5093"/>
                  </a:lnTo>
                  <a:lnTo>
                    <a:pt x="68" y="5294"/>
                  </a:lnTo>
                  <a:lnTo>
                    <a:pt x="45" y="5495"/>
                  </a:lnTo>
                  <a:lnTo>
                    <a:pt x="23" y="5673"/>
                  </a:lnTo>
                  <a:lnTo>
                    <a:pt x="1" y="5874"/>
                  </a:lnTo>
                  <a:lnTo>
                    <a:pt x="23" y="6098"/>
                  </a:lnTo>
                  <a:lnTo>
                    <a:pt x="45" y="6299"/>
                  </a:lnTo>
                  <a:lnTo>
                    <a:pt x="90" y="6500"/>
                  </a:lnTo>
                  <a:lnTo>
                    <a:pt x="135" y="6723"/>
                  </a:lnTo>
                  <a:lnTo>
                    <a:pt x="202" y="6924"/>
                  </a:lnTo>
                  <a:lnTo>
                    <a:pt x="291" y="7125"/>
                  </a:lnTo>
                  <a:lnTo>
                    <a:pt x="403" y="7326"/>
                  </a:lnTo>
                  <a:lnTo>
                    <a:pt x="514" y="7527"/>
                  </a:lnTo>
                  <a:lnTo>
                    <a:pt x="782" y="7951"/>
                  </a:lnTo>
                  <a:lnTo>
                    <a:pt x="1140" y="8353"/>
                  </a:lnTo>
                  <a:lnTo>
                    <a:pt x="1542" y="8755"/>
                  </a:lnTo>
                  <a:lnTo>
                    <a:pt x="2011" y="9157"/>
                  </a:lnTo>
                  <a:lnTo>
                    <a:pt x="2524" y="9537"/>
                  </a:lnTo>
                  <a:lnTo>
                    <a:pt x="3105" y="9939"/>
                  </a:lnTo>
                  <a:lnTo>
                    <a:pt x="3753" y="10319"/>
                  </a:lnTo>
                  <a:lnTo>
                    <a:pt x="4445" y="10698"/>
                  </a:lnTo>
                  <a:lnTo>
                    <a:pt x="5204" y="11056"/>
                  </a:lnTo>
                  <a:lnTo>
                    <a:pt x="6030" y="11435"/>
                  </a:lnTo>
                  <a:lnTo>
                    <a:pt x="6901" y="11793"/>
                  </a:lnTo>
                  <a:lnTo>
                    <a:pt x="7839" y="12128"/>
                  </a:lnTo>
                  <a:lnTo>
                    <a:pt x="84799" y="12128"/>
                  </a:lnTo>
                  <a:lnTo>
                    <a:pt x="89734" y="9783"/>
                  </a:lnTo>
                  <a:lnTo>
                    <a:pt x="89734" y="1966"/>
                  </a:lnTo>
                  <a:lnTo>
                    <a:pt x="89310" y="1698"/>
                  </a:lnTo>
                  <a:lnTo>
                    <a:pt x="88886" y="1452"/>
                  </a:lnTo>
                  <a:lnTo>
                    <a:pt x="88439" y="1207"/>
                  </a:lnTo>
                  <a:lnTo>
                    <a:pt x="87948" y="961"/>
                  </a:lnTo>
                  <a:lnTo>
                    <a:pt x="86920" y="470"/>
                  </a:lnTo>
                  <a:lnTo>
                    <a:pt x="85781" y="1"/>
                  </a:lnTo>
                  <a:lnTo>
                    <a:pt x="84977" y="314"/>
                  </a:lnTo>
                  <a:lnTo>
                    <a:pt x="84106" y="604"/>
                  </a:lnTo>
                  <a:lnTo>
                    <a:pt x="83235" y="917"/>
                  </a:lnTo>
                  <a:lnTo>
                    <a:pt x="82297" y="1185"/>
                  </a:lnTo>
                  <a:lnTo>
                    <a:pt x="81359" y="1475"/>
                  </a:lnTo>
                  <a:lnTo>
                    <a:pt x="80355" y="1743"/>
                  </a:lnTo>
                  <a:lnTo>
                    <a:pt x="79350" y="2011"/>
                  </a:lnTo>
                  <a:lnTo>
                    <a:pt x="78300" y="2256"/>
                  </a:lnTo>
                  <a:lnTo>
                    <a:pt x="77228" y="2502"/>
                  </a:lnTo>
                  <a:lnTo>
                    <a:pt x="76111" y="2725"/>
                  </a:lnTo>
                  <a:lnTo>
                    <a:pt x="74972" y="2971"/>
                  </a:lnTo>
                  <a:lnTo>
                    <a:pt x="73811" y="3172"/>
                  </a:lnTo>
                  <a:lnTo>
                    <a:pt x="72627" y="3395"/>
                  </a:lnTo>
                  <a:lnTo>
                    <a:pt x="71421" y="3574"/>
                  </a:lnTo>
                  <a:lnTo>
                    <a:pt x="68920" y="3954"/>
                  </a:lnTo>
                  <a:lnTo>
                    <a:pt x="66329" y="4266"/>
                  </a:lnTo>
                  <a:lnTo>
                    <a:pt x="63672" y="4557"/>
                  </a:lnTo>
                  <a:lnTo>
                    <a:pt x="60925" y="4802"/>
                  </a:lnTo>
                  <a:lnTo>
                    <a:pt x="58111" y="5003"/>
                  </a:lnTo>
                  <a:lnTo>
                    <a:pt x="55230" y="5160"/>
                  </a:lnTo>
                  <a:lnTo>
                    <a:pt x="52304" y="5271"/>
                  </a:lnTo>
                  <a:lnTo>
                    <a:pt x="49334" y="5361"/>
                  </a:lnTo>
                  <a:lnTo>
                    <a:pt x="46319" y="5383"/>
                  </a:lnTo>
                  <a:lnTo>
                    <a:pt x="43282" y="5361"/>
                  </a:lnTo>
                  <a:lnTo>
                    <a:pt x="40312" y="5271"/>
                  </a:lnTo>
                  <a:lnTo>
                    <a:pt x="37386" y="5160"/>
                  </a:lnTo>
                  <a:lnTo>
                    <a:pt x="34505" y="5003"/>
                  </a:lnTo>
                  <a:lnTo>
                    <a:pt x="31691" y="4802"/>
                  </a:lnTo>
                  <a:lnTo>
                    <a:pt x="28944" y="4557"/>
                  </a:lnTo>
                  <a:lnTo>
                    <a:pt x="26286" y="4266"/>
                  </a:lnTo>
                  <a:lnTo>
                    <a:pt x="23696" y="3954"/>
                  </a:lnTo>
                  <a:lnTo>
                    <a:pt x="21195" y="3574"/>
                  </a:lnTo>
                  <a:lnTo>
                    <a:pt x="19989" y="3395"/>
                  </a:lnTo>
                  <a:lnTo>
                    <a:pt x="18805" y="3172"/>
                  </a:lnTo>
                  <a:lnTo>
                    <a:pt x="17644" y="2971"/>
                  </a:lnTo>
                  <a:lnTo>
                    <a:pt x="16505" y="2725"/>
                  </a:lnTo>
                  <a:lnTo>
                    <a:pt x="15410" y="2502"/>
                  </a:lnTo>
                  <a:lnTo>
                    <a:pt x="14316" y="2256"/>
                  </a:lnTo>
                  <a:lnTo>
                    <a:pt x="13266" y="2011"/>
                  </a:lnTo>
                  <a:lnTo>
                    <a:pt x="12261" y="1743"/>
                  </a:lnTo>
                  <a:lnTo>
                    <a:pt x="11279" y="1475"/>
                  </a:lnTo>
                  <a:lnTo>
                    <a:pt x="10318" y="1185"/>
                  </a:lnTo>
                  <a:lnTo>
                    <a:pt x="9403" y="917"/>
                  </a:lnTo>
                  <a:lnTo>
                    <a:pt x="8509" y="604"/>
                  </a:lnTo>
                  <a:lnTo>
                    <a:pt x="7661" y="314"/>
                  </a:lnTo>
                  <a:lnTo>
                    <a:pt x="6834" y="1"/>
                  </a:ln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227" name="Google Shape;227;p18"/>
            <p:cNvSpPr/>
            <p:nvPr/>
          </p:nvSpPr>
          <p:spPr>
            <a:xfrm>
              <a:off x="4308382" y="3740892"/>
              <a:ext cx="4833127" cy="741006"/>
            </a:xfrm>
            <a:custGeom>
              <a:avLst/>
              <a:gdLst/>
              <a:ahLst/>
              <a:cxnLst/>
              <a:rect l="l" t="t" r="r" b="b"/>
              <a:pathLst>
                <a:path w="89735" h="13758" extrusionOk="0">
                  <a:moveTo>
                    <a:pt x="13289" y="0"/>
                  </a:moveTo>
                  <a:lnTo>
                    <a:pt x="11725" y="402"/>
                  </a:lnTo>
                  <a:lnTo>
                    <a:pt x="10251" y="826"/>
                  </a:lnTo>
                  <a:lnTo>
                    <a:pt x="8889" y="1251"/>
                  </a:lnTo>
                  <a:lnTo>
                    <a:pt x="7594" y="1697"/>
                  </a:lnTo>
                  <a:lnTo>
                    <a:pt x="6410" y="2166"/>
                  </a:lnTo>
                  <a:lnTo>
                    <a:pt x="5316" y="2635"/>
                  </a:lnTo>
                  <a:lnTo>
                    <a:pt x="4333" y="3127"/>
                  </a:lnTo>
                  <a:lnTo>
                    <a:pt x="3864" y="3372"/>
                  </a:lnTo>
                  <a:lnTo>
                    <a:pt x="3440" y="3618"/>
                  </a:lnTo>
                  <a:lnTo>
                    <a:pt x="3038" y="3886"/>
                  </a:lnTo>
                  <a:lnTo>
                    <a:pt x="2636" y="4132"/>
                  </a:lnTo>
                  <a:lnTo>
                    <a:pt x="2279" y="4377"/>
                  </a:lnTo>
                  <a:lnTo>
                    <a:pt x="1944" y="4645"/>
                  </a:lnTo>
                  <a:lnTo>
                    <a:pt x="1653" y="4913"/>
                  </a:lnTo>
                  <a:lnTo>
                    <a:pt x="1363" y="5159"/>
                  </a:lnTo>
                  <a:lnTo>
                    <a:pt x="1117" y="5427"/>
                  </a:lnTo>
                  <a:lnTo>
                    <a:pt x="872" y="5695"/>
                  </a:lnTo>
                  <a:lnTo>
                    <a:pt x="671" y="5963"/>
                  </a:lnTo>
                  <a:lnTo>
                    <a:pt x="492" y="6231"/>
                  </a:lnTo>
                  <a:lnTo>
                    <a:pt x="358" y="6499"/>
                  </a:lnTo>
                  <a:lnTo>
                    <a:pt x="224" y="6789"/>
                  </a:lnTo>
                  <a:lnTo>
                    <a:pt x="135" y="7057"/>
                  </a:lnTo>
                  <a:lnTo>
                    <a:pt x="68" y="7325"/>
                  </a:lnTo>
                  <a:lnTo>
                    <a:pt x="23" y="7616"/>
                  </a:lnTo>
                  <a:lnTo>
                    <a:pt x="1" y="7884"/>
                  </a:lnTo>
                  <a:lnTo>
                    <a:pt x="23" y="8085"/>
                  </a:lnTo>
                  <a:lnTo>
                    <a:pt x="45" y="8263"/>
                  </a:lnTo>
                  <a:lnTo>
                    <a:pt x="68" y="8464"/>
                  </a:lnTo>
                  <a:lnTo>
                    <a:pt x="112" y="8665"/>
                  </a:lnTo>
                  <a:lnTo>
                    <a:pt x="246" y="9045"/>
                  </a:lnTo>
                  <a:lnTo>
                    <a:pt x="447" y="9425"/>
                  </a:lnTo>
                  <a:lnTo>
                    <a:pt x="693" y="9804"/>
                  </a:lnTo>
                  <a:lnTo>
                    <a:pt x="983" y="10184"/>
                  </a:lnTo>
                  <a:lnTo>
                    <a:pt x="1341" y="10564"/>
                  </a:lnTo>
                  <a:lnTo>
                    <a:pt x="1743" y="10943"/>
                  </a:lnTo>
                  <a:lnTo>
                    <a:pt x="2212" y="11301"/>
                  </a:lnTo>
                  <a:lnTo>
                    <a:pt x="2703" y="11680"/>
                  </a:lnTo>
                  <a:lnTo>
                    <a:pt x="3284" y="12038"/>
                  </a:lnTo>
                  <a:lnTo>
                    <a:pt x="3887" y="12395"/>
                  </a:lnTo>
                  <a:lnTo>
                    <a:pt x="4556" y="12752"/>
                  </a:lnTo>
                  <a:lnTo>
                    <a:pt x="5271" y="13087"/>
                  </a:lnTo>
                  <a:lnTo>
                    <a:pt x="6030" y="13422"/>
                  </a:lnTo>
                  <a:lnTo>
                    <a:pt x="6834" y="13757"/>
                  </a:lnTo>
                  <a:lnTo>
                    <a:pt x="7661" y="13445"/>
                  </a:lnTo>
                  <a:lnTo>
                    <a:pt x="8509" y="13154"/>
                  </a:lnTo>
                  <a:lnTo>
                    <a:pt x="9403" y="12864"/>
                  </a:lnTo>
                  <a:lnTo>
                    <a:pt x="10318" y="12574"/>
                  </a:lnTo>
                  <a:lnTo>
                    <a:pt x="11279" y="12283"/>
                  </a:lnTo>
                  <a:lnTo>
                    <a:pt x="12261" y="12015"/>
                  </a:lnTo>
                  <a:lnTo>
                    <a:pt x="13266" y="11747"/>
                  </a:lnTo>
                  <a:lnTo>
                    <a:pt x="14316" y="11502"/>
                  </a:lnTo>
                  <a:lnTo>
                    <a:pt x="15410" y="11256"/>
                  </a:lnTo>
                  <a:lnTo>
                    <a:pt x="16505" y="11033"/>
                  </a:lnTo>
                  <a:lnTo>
                    <a:pt x="17644" y="10809"/>
                  </a:lnTo>
                  <a:lnTo>
                    <a:pt x="18805" y="10586"/>
                  </a:lnTo>
                  <a:lnTo>
                    <a:pt x="19989" y="10385"/>
                  </a:lnTo>
                  <a:lnTo>
                    <a:pt x="21195" y="10184"/>
                  </a:lnTo>
                  <a:lnTo>
                    <a:pt x="23696" y="9804"/>
                  </a:lnTo>
                  <a:lnTo>
                    <a:pt x="26286" y="9492"/>
                  </a:lnTo>
                  <a:lnTo>
                    <a:pt x="28944" y="9201"/>
                  </a:lnTo>
                  <a:lnTo>
                    <a:pt x="31691" y="8956"/>
                  </a:lnTo>
                  <a:lnTo>
                    <a:pt x="34505" y="8755"/>
                  </a:lnTo>
                  <a:lnTo>
                    <a:pt x="37386" y="8598"/>
                  </a:lnTo>
                  <a:lnTo>
                    <a:pt x="40312" y="8487"/>
                  </a:lnTo>
                  <a:lnTo>
                    <a:pt x="43282" y="8420"/>
                  </a:lnTo>
                  <a:lnTo>
                    <a:pt x="46319" y="8397"/>
                  </a:lnTo>
                  <a:lnTo>
                    <a:pt x="49334" y="8420"/>
                  </a:lnTo>
                  <a:lnTo>
                    <a:pt x="52304" y="8487"/>
                  </a:lnTo>
                  <a:lnTo>
                    <a:pt x="55230" y="8598"/>
                  </a:lnTo>
                  <a:lnTo>
                    <a:pt x="58111" y="8755"/>
                  </a:lnTo>
                  <a:lnTo>
                    <a:pt x="60925" y="8956"/>
                  </a:lnTo>
                  <a:lnTo>
                    <a:pt x="63672" y="9201"/>
                  </a:lnTo>
                  <a:lnTo>
                    <a:pt x="66329" y="9492"/>
                  </a:lnTo>
                  <a:lnTo>
                    <a:pt x="68920" y="9804"/>
                  </a:lnTo>
                  <a:lnTo>
                    <a:pt x="71421" y="10184"/>
                  </a:lnTo>
                  <a:lnTo>
                    <a:pt x="72627" y="10385"/>
                  </a:lnTo>
                  <a:lnTo>
                    <a:pt x="73811" y="10586"/>
                  </a:lnTo>
                  <a:lnTo>
                    <a:pt x="74972" y="10809"/>
                  </a:lnTo>
                  <a:lnTo>
                    <a:pt x="76111" y="11033"/>
                  </a:lnTo>
                  <a:lnTo>
                    <a:pt x="77228" y="11256"/>
                  </a:lnTo>
                  <a:lnTo>
                    <a:pt x="78300" y="11502"/>
                  </a:lnTo>
                  <a:lnTo>
                    <a:pt x="79350" y="11747"/>
                  </a:lnTo>
                  <a:lnTo>
                    <a:pt x="80355" y="12015"/>
                  </a:lnTo>
                  <a:lnTo>
                    <a:pt x="81359" y="12283"/>
                  </a:lnTo>
                  <a:lnTo>
                    <a:pt x="82297" y="12574"/>
                  </a:lnTo>
                  <a:lnTo>
                    <a:pt x="83235" y="12864"/>
                  </a:lnTo>
                  <a:lnTo>
                    <a:pt x="84106" y="13154"/>
                  </a:lnTo>
                  <a:lnTo>
                    <a:pt x="84977" y="13445"/>
                  </a:lnTo>
                  <a:lnTo>
                    <a:pt x="85781" y="13757"/>
                  </a:lnTo>
                  <a:lnTo>
                    <a:pt x="86920" y="13288"/>
                  </a:lnTo>
                  <a:lnTo>
                    <a:pt x="87948" y="12797"/>
                  </a:lnTo>
                  <a:lnTo>
                    <a:pt x="88439" y="12551"/>
                  </a:lnTo>
                  <a:lnTo>
                    <a:pt x="88886" y="12306"/>
                  </a:lnTo>
                  <a:lnTo>
                    <a:pt x="89310" y="12060"/>
                  </a:lnTo>
                  <a:lnTo>
                    <a:pt x="89734" y="11792"/>
                  </a:lnTo>
                  <a:lnTo>
                    <a:pt x="89734" y="3975"/>
                  </a:lnTo>
                  <a:lnTo>
                    <a:pt x="89288" y="3685"/>
                  </a:lnTo>
                  <a:lnTo>
                    <a:pt x="88819" y="3417"/>
                  </a:lnTo>
                  <a:lnTo>
                    <a:pt x="88305" y="3149"/>
                  </a:lnTo>
                  <a:lnTo>
                    <a:pt x="87791" y="2881"/>
                  </a:lnTo>
                  <a:lnTo>
                    <a:pt x="87233" y="2613"/>
                  </a:lnTo>
                  <a:lnTo>
                    <a:pt x="86652" y="2367"/>
                  </a:lnTo>
                  <a:lnTo>
                    <a:pt x="86049" y="2099"/>
                  </a:lnTo>
                  <a:lnTo>
                    <a:pt x="85402" y="1854"/>
                  </a:lnTo>
                  <a:lnTo>
                    <a:pt x="84039" y="1362"/>
                  </a:lnTo>
                  <a:lnTo>
                    <a:pt x="82588" y="893"/>
                  </a:lnTo>
                  <a:lnTo>
                    <a:pt x="81002" y="424"/>
                  </a:lnTo>
                  <a:lnTo>
                    <a:pt x="79327" y="0"/>
                  </a:lnTo>
                  <a:lnTo>
                    <a:pt x="77652" y="380"/>
                  </a:lnTo>
                  <a:lnTo>
                    <a:pt x="75910" y="759"/>
                  </a:lnTo>
                  <a:lnTo>
                    <a:pt x="74101" y="1117"/>
                  </a:lnTo>
                  <a:lnTo>
                    <a:pt x="72225" y="1429"/>
                  </a:lnTo>
                  <a:lnTo>
                    <a:pt x="70305" y="1742"/>
                  </a:lnTo>
                  <a:lnTo>
                    <a:pt x="68317" y="2010"/>
                  </a:lnTo>
                  <a:lnTo>
                    <a:pt x="66307" y="2278"/>
                  </a:lnTo>
                  <a:lnTo>
                    <a:pt x="64230" y="2501"/>
                  </a:lnTo>
                  <a:lnTo>
                    <a:pt x="62108" y="2702"/>
                  </a:lnTo>
                  <a:lnTo>
                    <a:pt x="59942" y="2881"/>
                  </a:lnTo>
                  <a:lnTo>
                    <a:pt x="57754" y="3015"/>
                  </a:lnTo>
                  <a:lnTo>
                    <a:pt x="55520" y="3149"/>
                  </a:lnTo>
                  <a:lnTo>
                    <a:pt x="53242" y="3238"/>
                  </a:lnTo>
                  <a:lnTo>
                    <a:pt x="50964" y="3305"/>
                  </a:lnTo>
                  <a:lnTo>
                    <a:pt x="48642" y="3350"/>
                  </a:lnTo>
                  <a:lnTo>
                    <a:pt x="46319" y="3372"/>
                  </a:lnTo>
                  <a:lnTo>
                    <a:pt x="43974" y="3350"/>
                  </a:lnTo>
                  <a:lnTo>
                    <a:pt x="41652" y="3305"/>
                  </a:lnTo>
                  <a:lnTo>
                    <a:pt x="39374" y="3238"/>
                  </a:lnTo>
                  <a:lnTo>
                    <a:pt x="37096" y="3149"/>
                  </a:lnTo>
                  <a:lnTo>
                    <a:pt x="34885" y="3015"/>
                  </a:lnTo>
                  <a:lnTo>
                    <a:pt x="32674" y="2881"/>
                  </a:lnTo>
                  <a:lnTo>
                    <a:pt x="30507" y="2702"/>
                  </a:lnTo>
                  <a:lnTo>
                    <a:pt x="28408" y="2501"/>
                  </a:lnTo>
                  <a:lnTo>
                    <a:pt x="26331" y="2278"/>
                  </a:lnTo>
                  <a:lnTo>
                    <a:pt x="24299" y="2010"/>
                  </a:lnTo>
                  <a:lnTo>
                    <a:pt x="22311" y="1742"/>
                  </a:lnTo>
                  <a:lnTo>
                    <a:pt x="20391" y="1429"/>
                  </a:lnTo>
                  <a:lnTo>
                    <a:pt x="18515" y="1117"/>
                  </a:lnTo>
                  <a:lnTo>
                    <a:pt x="16706" y="759"/>
                  </a:lnTo>
                  <a:lnTo>
                    <a:pt x="14964" y="380"/>
                  </a:lnTo>
                  <a:lnTo>
                    <a:pt x="13289" y="0"/>
                  </a:ln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228" name="Google Shape;228;p18"/>
            <p:cNvSpPr/>
            <p:nvPr/>
          </p:nvSpPr>
          <p:spPr>
            <a:xfrm>
              <a:off x="4308382" y="2704009"/>
              <a:ext cx="4833127" cy="1032065"/>
            </a:xfrm>
            <a:custGeom>
              <a:avLst/>
              <a:gdLst/>
              <a:ahLst/>
              <a:cxnLst/>
              <a:rect l="l" t="t" r="r" b="b"/>
              <a:pathLst>
                <a:path w="89735" h="19162" extrusionOk="0">
                  <a:moveTo>
                    <a:pt x="43929" y="0"/>
                  </a:moveTo>
                  <a:lnTo>
                    <a:pt x="41585" y="45"/>
                  </a:lnTo>
                  <a:lnTo>
                    <a:pt x="39262" y="134"/>
                  </a:lnTo>
                  <a:lnTo>
                    <a:pt x="36984" y="224"/>
                  </a:lnTo>
                  <a:lnTo>
                    <a:pt x="34751" y="358"/>
                  </a:lnTo>
                  <a:lnTo>
                    <a:pt x="32562" y="492"/>
                  </a:lnTo>
                  <a:lnTo>
                    <a:pt x="30396" y="670"/>
                  </a:lnTo>
                  <a:lnTo>
                    <a:pt x="28296" y="871"/>
                  </a:lnTo>
                  <a:lnTo>
                    <a:pt x="26264" y="1117"/>
                  </a:lnTo>
                  <a:lnTo>
                    <a:pt x="24254" y="1363"/>
                  </a:lnTo>
                  <a:lnTo>
                    <a:pt x="22311" y="1631"/>
                  </a:lnTo>
                  <a:lnTo>
                    <a:pt x="20435" y="1921"/>
                  </a:lnTo>
                  <a:lnTo>
                    <a:pt x="18626" y="2233"/>
                  </a:lnTo>
                  <a:lnTo>
                    <a:pt x="16884" y="2568"/>
                  </a:lnTo>
                  <a:lnTo>
                    <a:pt x="15187" y="2926"/>
                  </a:lnTo>
                  <a:lnTo>
                    <a:pt x="13579" y="3305"/>
                  </a:lnTo>
                  <a:lnTo>
                    <a:pt x="12060" y="3685"/>
                  </a:lnTo>
                  <a:lnTo>
                    <a:pt x="10586" y="4087"/>
                  </a:lnTo>
                  <a:lnTo>
                    <a:pt x="9224" y="4534"/>
                  </a:lnTo>
                  <a:lnTo>
                    <a:pt x="7929" y="4958"/>
                  </a:lnTo>
                  <a:lnTo>
                    <a:pt x="6723" y="5427"/>
                  </a:lnTo>
                  <a:lnTo>
                    <a:pt x="5606" y="5896"/>
                  </a:lnTo>
                  <a:lnTo>
                    <a:pt x="4579" y="6387"/>
                  </a:lnTo>
                  <a:lnTo>
                    <a:pt x="4110" y="6633"/>
                  </a:lnTo>
                  <a:lnTo>
                    <a:pt x="3663" y="6879"/>
                  </a:lnTo>
                  <a:lnTo>
                    <a:pt x="3217" y="7124"/>
                  </a:lnTo>
                  <a:lnTo>
                    <a:pt x="2815" y="7392"/>
                  </a:lnTo>
                  <a:lnTo>
                    <a:pt x="2435" y="7660"/>
                  </a:lnTo>
                  <a:lnTo>
                    <a:pt x="2100" y="7906"/>
                  </a:lnTo>
                  <a:lnTo>
                    <a:pt x="1765" y="8174"/>
                  </a:lnTo>
                  <a:lnTo>
                    <a:pt x="1475" y="8442"/>
                  </a:lnTo>
                  <a:lnTo>
                    <a:pt x="1207" y="8710"/>
                  </a:lnTo>
                  <a:lnTo>
                    <a:pt x="961" y="9000"/>
                  </a:lnTo>
                  <a:lnTo>
                    <a:pt x="738" y="9268"/>
                  </a:lnTo>
                  <a:lnTo>
                    <a:pt x="537" y="9559"/>
                  </a:lnTo>
                  <a:lnTo>
                    <a:pt x="380" y="9827"/>
                  </a:lnTo>
                  <a:lnTo>
                    <a:pt x="246" y="10117"/>
                  </a:lnTo>
                  <a:lnTo>
                    <a:pt x="135" y="10385"/>
                  </a:lnTo>
                  <a:lnTo>
                    <a:pt x="68" y="10675"/>
                  </a:lnTo>
                  <a:lnTo>
                    <a:pt x="23" y="10966"/>
                  </a:lnTo>
                  <a:lnTo>
                    <a:pt x="1" y="11256"/>
                  </a:lnTo>
                  <a:lnTo>
                    <a:pt x="23" y="11546"/>
                  </a:lnTo>
                  <a:lnTo>
                    <a:pt x="68" y="11814"/>
                  </a:lnTo>
                  <a:lnTo>
                    <a:pt x="135" y="12082"/>
                  </a:lnTo>
                  <a:lnTo>
                    <a:pt x="224" y="12373"/>
                  </a:lnTo>
                  <a:lnTo>
                    <a:pt x="358" y="12641"/>
                  </a:lnTo>
                  <a:lnTo>
                    <a:pt x="492" y="12909"/>
                  </a:lnTo>
                  <a:lnTo>
                    <a:pt x="671" y="13177"/>
                  </a:lnTo>
                  <a:lnTo>
                    <a:pt x="872" y="13445"/>
                  </a:lnTo>
                  <a:lnTo>
                    <a:pt x="1117" y="13713"/>
                  </a:lnTo>
                  <a:lnTo>
                    <a:pt x="1363" y="13981"/>
                  </a:lnTo>
                  <a:lnTo>
                    <a:pt x="1653" y="14249"/>
                  </a:lnTo>
                  <a:lnTo>
                    <a:pt x="1944" y="14494"/>
                  </a:lnTo>
                  <a:lnTo>
                    <a:pt x="2279" y="14762"/>
                  </a:lnTo>
                  <a:lnTo>
                    <a:pt x="2636" y="15008"/>
                  </a:lnTo>
                  <a:lnTo>
                    <a:pt x="3038" y="15276"/>
                  </a:lnTo>
                  <a:lnTo>
                    <a:pt x="3440" y="15522"/>
                  </a:lnTo>
                  <a:lnTo>
                    <a:pt x="3864" y="15767"/>
                  </a:lnTo>
                  <a:lnTo>
                    <a:pt x="4333" y="16013"/>
                  </a:lnTo>
                  <a:lnTo>
                    <a:pt x="5316" y="16504"/>
                  </a:lnTo>
                  <a:lnTo>
                    <a:pt x="6410" y="16973"/>
                  </a:lnTo>
                  <a:lnTo>
                    <a:pt x="7594" y="17442"/>
                  </a:lnTo>
                  <a:lnTo>
                    <a:pt x="8889" y="17889"/>
                  </a:lnTo>
                  <a:lnTo>
                    <a:pt x="10251" y="18335"/>
                  </a:lnTo>
                  <a:lnTo>
                    <a:pt x="11725" y="18737"/>
                  </a:lnTo>
                  <a:lnTo>
                    <a:pt x="13289" y="19162"/>
                  </a:lnTo>
                  <a:lnTo>
                    <a:pt x="14964" y="18760"/>
                  </a:lnTo>
                  <a:lnTo>
                    <a:pt x="16706" y="18380"/>
                  </a:lnTo>
                  <a:lnTo>
                    <a:pt x="18515" y="18023"/>
                  </a:lnTo>
                  <a:lnTo>
                    <a:pt x="20391" y="17710"/>
                  </a:lnTo>
                  <a:lnTo>
                    <a:pt x="22311" y="17398"/>
                  </a:lnTo>
                  <a:lnTo>
                    <a:pt x="24299" y="17130"/>
                  </a:lnTo>
                  <a:lnTo>
                    <a:pt x="26331" y="16884"/>
                  </a:lnTo>
                  <a:lnTo>
                    <a:pt x="28408" y="16638"/>
                  </a:lnTo>
                  <a:lnTo>
                    <a:pt x="30507" y="16437"/>
                  </a:lnTo>
                  <a:lnTo>
                    <a:pt x="32674" y="16281"/>
                  </a:lnTo>
                  <a:lnTo>
                    <a:pt x="34885" y="16125"/>
                  </a:lnTo>
                  <a:lnTo>
                    <a:pt x="37096" y="15991"/>
                  </a:lnTo>
                  <a:lnTo>
                    <a:pt x="39374" y="15901"/>
                  </a:lnTo>
                  <a:lnTo>
                    <a:pt x="41652" y="15834"/>
                  </a:lnTo>
                  <a:lnTo>
                    <a:pt x="43974" y="15790"/>
                  </a:lnTo>
                  <a:lnTo>
                    <a:pt x="46319" y="15767"/>
                  </a:lnTo>
                  <a:lnTo>
                    <a:pt x="48642" y="15790"/>
                  </a:lnTo>
                  <a:lnTo>
                    <a:pt x="50964" y="15834"/>
                  </a:lnTo>
                  <a:lnTo>
                    <a:pt x="53242" y="15901"/>
                  </a:lnTo>
                  <a:lnTo>
                    <a:pt x="55520" y="15991"/>
                  </a:lnTo>
                  <a:lnTo>
                    <a:pt x="57754" y="16125"/>
                  </a:lnTo>
                  <a:lnTo>
                    <a:pt x="59942" y="16281"/>
                  </a:lnTo>
                  <a:lnTo>
                    <a:pt x="62108" y="16437"/>
                  </a:lnTo>
                  <a:lnTo>
                    <a:pt x="64230" y="16638"/>
                  </a:lnTo>
                  <a:lnTo>
                    <a:pt x="66307" y="16884"/>
                  </a:lnTo>
                  <a:lnTo>
                    <a:pt x="68317" y="17130"/>
                  </a:lnTo>
                  <a:lnTo>
                    <a:pt x="70305" y="17398"/>
                  </a:lnTo>
                  <a:lnTo>
                    <a:pt x="72225" y="17710"/>
                  </a:lnTo>
                  <a:lnTo>
                    <a:pt x="74101" y="18023"/>
                  </a:lnTo>
                  <a:lnTo>
                    <a:pt x="75910" y="18380"/>
                  </a:lnTo>
                  <a:lnTo>
                    <a:pt x="77652" y="18760"/>
                  </a:lnTo>
                  <a:lnTo>
                    <a:pt x="79327" y="19162"/>
                  </a:lnTo>
                  <a:lnTo>
                    <a:pt x="81002" y="18715"/>
                  </a:lnTo>
                  <a:lnTo>
                    <a:pt x="82588" y="18269"/>
                  </a:lnTo>
                  <a:lnTo>
                    <a:pt x="84039" y="17777"/>
                  </a:lnTo>
                  <a:lnTo>
                    <a:pt x="85402" y="17286"/>
                  </a:lnTo>
                  <a:lnTo>
                    <a:pt x="86049" y="17040"/>
                  </a:lnTo>
                  <a:lnTo>
                    <a:pt x="86652" y="16795"/>
                  </a:lnTo>
                  <a:lnTo>
                    <a:pt x="87233" y="16527"/>
                  </a:lnTo>
                  <a:lnTo>
                    <a:pt x="87791" y="16259"/>
                  </a:lnTo>
                  <a:lnTo>
                    <a:pt x="88305" y="15991"/>
                  </a:lnTo>
                  <a:lnTo>
                    <a:pt x="88819" y="15723"/>
                  </a:lnTo>
                  <a:lnTo>
                    <a:pt x="89288" y="15455"/>
                  </a:lnTo>
                  <a:lnTo>
                    <a:pt x="89734" y="15187"/>
                  </a:lnTo>
                  <a:lnTo>
                    <a:pt x="89734" y="7348"/>
                  </a:lnTo>
                  <a:lnTo>
                    <a:pt x="89087" y="6946"/>
                  </a:lnTo>
                  <a:lnTo>
                    <a:pt x="88394" y="6566"/>
                  </a:lnTo>
                  <a:lnTo>
                    <a:pt x="87635" y="6186"/>
                  </a:lnTo>
                  <a:lnTo>
                    <a:pt x="86809" y="5807"/>
                  </a:lnTo>
                  <a:lnTo>
                    <a:pt x="85960" y="5449"/>
                  </a:lnTo>
                  <a:lnTo>
                    <a:pt x="85022" y="5092"/>
                  </a:lnTo>
                  <a:lnTo>
                    <a:pt x="84062" y="4735"/>
                  </a:lnTo>
                  <a:lnTo>
                    <a:pt x="83034" y="4400"/>
                  </a:lnTo>
                  <a:lnTo>
                    <a:pt x="81962" y="4065"/>
                  </a:lnTo>
                  <a:lnTo>
                    <a:pt x="80824" y="3752"/>
                  </a:lnTo>
                  <a:lnTo>
                    <a:pt x="79640" y="3439"/>
                  </a:lnTo>
                  <a:lnTo>
                    <a:pt x="78412" y="3149"/>
                  </a:lnTo>
                  <a:lnTo>
                    <a:pt x="77139" y="2859"/>
                  </a:lnTo>
                  <a:lnTo>
                    <a:pt x="75821" y="2591"/>
                  </a:lnTo>
                  <a:lnTo>
                    <a:pt x="74459" y="2323"/>
                  </a:lnTo>
                  <a:lnTo>
                    <a:pt x="73052" y="2055"/>
                  </a:lnTo>
                  <a:lnTo>
                    <a:pt x="71555" y="1809"/>
                  </a:lnTo>
                  <a:lnTo>
                    <a:pt x="70037" y="1586"/>
                  </a:lnTo>
                  <a:lnTo>
                    <a:pt x="68496" y="1363"/>
                  </a:lnTo>
                  <a:lnTo>
                    <a:pt x="66910" y="1162"/>
                  </a:lnTo>
                  <a:lnTo>
                    <a:pt x="65302" y="983"/>
                  </a:lnTo>
                  <a:lnTo>
                    <a:pt x="63672" y="804"/>
                  </a:lnTo>
                  <a:lnTo>
                    <a:pt x="62019" y="670"/>
                  </a:lnTo>
                  <a:lnTo>
                    <a:pt x="60344" y="514"/>
                  </a:lnTo>
                  <a:lnTo>
                    <a:pt x="58647" y="402"/>
                  </a:lnTo>
                  <a:lnTo>
                    <a:pt x="56950" y="291"/>
                  </a:lnTo>
                  <a:lnTo>
                    <a:pt x="55208" y="201"/>
                  </a:lnTo>
                  <a:lnTo>
                    <a:pt x="53443" y="134"/>
                  </a:lnTo>
                  <a:lnTo>
                    <a:pt x="51679" y="67"/>
                  </a:lnTo>
                  <a:lnTo>
                    <a:pt x="49915" y="23"/>
                  </a:lnTo>
                  <a:lnTo>
                    <a:pt x="48106" y="0"/>
                  </a:ln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Section title and description Alt 1">
  <p:cSld name="BLANK_1_1_1_1_1_1_1">
    <p:spTree>
      <p:nvGrpSpPr>
        <p:cNvPr id="1" name="Shape 229"/>
        <p:cNvGrpSpPr/>
        <p:nvPr/>
      </p:nvGrpSpPr>
      <p:grpSpPr>
        <a:xfrm>
          <a:off x="0" y="0"/>
          <a:ext cx="0" cy="0"/>
          <a:chOff x="0" y="0"/>
          <a:chExt cx="0" cy="0"/>
        </a:xfrm>
      </p:grpSpPr>
      <p:sp>
        <p:nvSpPr>
          <p:cNvPr id="230" name="Google Shape;230;p19"/>
          <p:cNvSpPr/>
          <p:nvPr/>
        </p:nvSpPr>
        <p:spPr>
          <a:xfrm>
            <a:off x="6519500" y="2216800"/>
            <a:ext cx="4728600" cy="1604700"/>
          </a:xfrm>
          <a:prstGeom prst="chord">
            <a:avLst>
              <a:gd name="adj1" fmla="val 4346562"/>
              <a:gd name="adj2" fmla="val 17254322"/>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31" name="Google Shape;231;p19"/>
          <p:cNvSpPr/>
          <p:nvPr/>
        </p:nvSpPr>
        <p:spPr>
          <a:xfrm rot="1800032">
            <a:off x="6670150" y="2309109"/>
            <a:ext cx="4728524" cy="1869582"/>
          </a:xfrm>
          <a:prstGeom prst="chord">
            <a:avLst>
              <a:gd name="adj1" fmla="val 3282930"/>
              <a:gd name="adj2" fmla="val 14744228"/>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32" name="Google Shape;232;p19"/>
          <p:cNvSpPr/>
          <p:nvPr/>
        </p:nvSpPr>
        <p:spPr>
          <a:xfrm>
            <a:off x="6008850" y="3120100"/>
            <a:ext cx="3135148" cy="2023395"/>
          </a:xfrm>
          <a:custGeom>
            <a:avLst/>
            <a:gdLst/>
            <a:ahLst/>
            <a:cxnLst/>
            <a:rect l="l" t="t" r="r" b="b"/>
            <a:pathLst>
              <a:path w="61561" h="29205" extrusionOk="0">
                <a:moveTo>
                  <a:pt x="61560" y="1"/>
                </a:moveTo>
                <a:lnTo>
                  <a:pt x="60172" y="120"/>
                </a:lnTo>
                <a:lnTo>
                  <a:pt x="58745" y="258"/>
                </a:lnTo>
                <a:lnTo>
                  <a:pt x="57318" y="417"/>
                </a:lnTo>
                <a:lnTo>
                  <a:pt x="55870" y="595"/>
                </a:lnTo>
                <a:lnTo>
                  <a:pt x="54403" y="814"/>
                </a:lnTo>
                <a:lnTo>
                  <a:pt x="52936" y="1051"/>
                </a:lnTo>
                <a:lnTo>
                  <a:pt x="51429" y="1309"/>
                </a:lnTo>
                <a:lnTo>
                  <a:pt x="49942" y="1587"/>
                </a:lnTo>
                <a:lnTo>
                  <a:pt x="48436" y="1884"/>
                </a:lnTo>
                <a:lnTo>
                  <a:pt x="46909" y="2221"/>
                </a:lnTo>
                <a:lnTo>
                  <a:pt x="45382" y="2578"/>
                </a:lnTo>
                <a:lnTo>
                  <a:pt x="43836" y="2955"/>
                </a:lnTo>
                <a:lnTo>
                  <a:pt x="42309" y="3351"/>
                </a:lnTo>
                <a:lnTo>
                  <a:pt x="40763" y="3787"/>
                </a:lnTo>
                <a:lnTo>
                  <a:pt x="39217" y="4224"/>
                </a:lnTo>
                <a:lnTo>
                  <a:pt x="37670" y="4699"/>
                </a:lnTo>
                <a:lnTo>
                  <a:pt x="35866" y="5274"/>
                </a:lnTo>
                <a:lnTo>
                  <a:pt x="34082" y="5869"/>
                </a:lnTo>
                <a:lnTo>
                  <a:pt x="32337" y="6484"/>
                </a:lnTo>
                <a:lnTo>
                  <a:pt x="30592" y="7118"/>
                </a:lnTo>
                <a:lnTo>
                  <a:pt x="28887" y="7792"/>
                </a:lnTo>
                <a:lnTo>
                  <a:pt x="27222" y="8466"/>
                </a:lnTo>
                <a:lnTo>
                  <a:pt x="25557" y="9160"/>
                </a:lnTo>
                <a:lnTo>
                  <a:pt x="23951" y="9894"/>
                </a:lnTo>
                <a:lnTo>
                  <a:pt x="22365" y="10627"/>
                </a:lnTo>
                <a:lnTo>
                  <a:pt x="20818" y="11381"/>
                </a:lnTo>
                <a:lnTo>
                  <a:pt x="19292" y="12154"/>
                </a:lnTo>
                <a:lnTo>
                  <a:pt x="17824" y="12927"/>
                </a:lnTo>
                <a:lnTo>
                  <a:pt x="16377" y="13740"/>
                </a:lnTo>
                <a:lnTo>
                  <a:pt x="14989" y="14553"/>
                </a:lnTo>
                <a:lnTo>
                  <a:pt x="13621" y="15386"/>
                </a:lnTo>
                <a:lnTo>
                  <a:pt x="12313" y="16218"/>
                </a:lnTo>
                <a:lnTo>
                  <a:pt x="11084" y="17051"/>
                </a:lnTo>
                <a:lnTo>
                  <a:pt x="9914" y="17884"/>
                </a:lnTo>
                <a:lnTo>
                  <a:pt x="8804" y="18716"/>
                </a:lnTo>
                <a:lnTo>
                  <a:pt x="7753" y="19549"/>
                </a:lnTo>
                <a:lnTo>
                  <a:pt x="6762" y="20382"/>
                </a:lnTo>
                <a:lnTo>
                  <a:pt x="5810" y="21214"/>
                </a:lnTo>
                <a:lnTo>
                  <a:pt x="4938" y="22027"/>
                </a:lnTo>
                <a:lnTo>
                  <a:pt x="4125" y="22860"/>
                </a:lnTo>
                <a:lnTo>
                  <a:pt x="3371" y="23693"/>
                </a:lnTo>
                <a:lnTo>
                  <a:pt x="2697" y="24505"/>
                </a:lnTo>
                <a:lnTo>
                  <a:pt x="2380" y="24902"/>
                </a:lnTo>
                <a:lnTo>
                  <a:pt x="2063" y="25298"/>
                </a:lnTo>
                <a:lnTo>
                  <a:pt x="1785" y="25715"/>
                </a:lnTo>
                <a:lnTo>
                  <a:pt x="1528" y="26111"/>
                </a:lnTo>
                <a:lnTo>
                  <a:pt x="1270" y="26508"/>
                </a:lnTo>
                <a:lnTo>
                  <a:pt x="1032" y="26904"/>
                </a:lnTo>
                <a:lnTo>
                  <a:pt x="814" y="27281"/>
                </a:lnTo>
                <a:lnTo>
                  <a:pt x="616" y="27678"/>
                </a:lnTo>
                <a:lnTo>
                  <a:pt x="437" y="28054"/>
                </a:lnTo>
                <a:lnTo>
                  <a:pt x="279" y="28451"/>
                </a:lnTo>
                <a:lnTo>
                  <a:pt x="120" y="28827"/>
                </a:lnTo>
                <a:lnTo>
                  <a:pt x="1" y="29204"/>
                </a:lnTo>
                <a:lnTo>
                  <a:pt x="61560" y="29204"/>
                </a:lnTo>
                <a:lnTo>
                  <a:pt x="61560" y="1"/>
                </a:lnTo>
                <a:close/>
              </a:path>
            </a:pathLst>
          </a:custGeom>
          <a:gradFill>
            <a:gsLst>
              <a:gs pos="0">
                <a:schemeClr val="accent2"/>
              </a:gs>
              <a:gs pos="37000">
                <a:schemeClr val="lt2"/>
              </a:gs>
              <a:gs pos="92000">
                <a:schemeClr val="accent1"/>
              </a:gs>
              <a:gs pos="100000">
                <a:schemeClr val="accent1"/>
              </a:gs>
            </a:gsLst>
            <a:lin ang="10800025"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233" name="Google Shape;233;p19"/>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234" name="Google Shape;234;p19"/>
          <p:cNvSpPr txBox="1">
            <a:spLocks noGrp="1"/>
          </p:cNvSpPr>
          <p:nvPr>
            <p:ph type="title" idx="2"/>
          </p:nvPr>
        </p:nvSpPr>
        <p:spPr>
          <a:xfrm>
            <a:off x="115025" y="406250"/>
            <a:ext cx="6507000" cy="2656800"/>
          </a:xfrm>
          <a:prstGeom prst="rect">
            <a:avLst/>
          </a:prstGeom>
        </p:spPr>
        <p:txBody>
          <a:bodyPr spcFirstLastPara="1" wrap="square" lIns="91425" tIns="0" rIns="91425" bIns="91425" anchor="t" anchorCtr="0">
            <a:noAutofit/>
          </a:bodyPr>
          <a:lstStyle>
            <a:lvl1pPr lvl="0">
              <a:lnSpc>
                <a:spcPct val="90000"/>
              </a:lnSpc>
              <a:spcBef>
                <a:spcPts val="0"/>
              </a:spcBef>
              <a:spcAft>
                <a:spcPts val="0"/>
              </a:spcAft>
              <a:buNone/>
              <a:defRPr sz="5500"/>
            </a:lvl1pPr>
            <a:lvl2pPr lvl="1">
              <a:lnSpc>
                <a:spcPct val="90000"/>
              </a:lnSpc>
              <a:spcBef>
                <a:spcPts val="0"/>
              </a:spcBef>
              <a:spcAft>
                <a:spcPts val="0"/>
              </a:spcAft>
              <a:buNone/>
              <a:defRPr sz="5500"/>
            </a:lvl2pPr>
            <a:lvl3pPr lvl="2">
              <a:lnSpc>
                <a:spcPct val="90000"/>
              </a:lnSpc>
              <a:spcBef>
                <a:spcPts val="0"/>
              </a:spcBef>
              <a:spcAft>
                <a:spcPts val="0"/>
              </a:spcAft>
              <a:buNone/>
              <a:defRPr sz="5500"/>
            </a:lvl3pPr>
            <a:lvl4pPr lvl="3">
              <a:lnSpc>
                <a:spcPct val="90000"/>
              </a:lnSpc>
              <a:spcBef>
                <a:spcPts val="0"/>
              </a:spcBef>
              <a:spcAft>
                <a:spcPts val="0"/>
              </a:spcAft>
              <a:buNone/>
              <a:defRPr sz="5500"/>
            </a:lvl4pPr>
            <a:lvl5pPr lvl="4">
              <a:lnSpc>
                <a:spcPct val="90000"/>
              </a:lnSpc>
              <a:spcBef>
                <a:spcPts val="0"/>
              </a:spcBef>
              <a:spcAft>
                <a:spcPts val="0"/>
              </a:spcAft>
              <a:buNone/>
              <a:defRPr sz="5500"/>
            </a:lvl5pPr>
            <a:lvl6pPr lvl="5">
              <a:lnSpc>
                <a:spcPct val="90000"/>
              </a:lnSpc>
              <a:spcBef>
                <a:spcPts val="0"/>
              </a:spcBef>
              <a:spcAft>
                <a:spcPts val="0"/>
              </a:spcAft>
              <a:buNone/>
              <a:defRPr sz="5500"/>
            </a:lvl6pPr>
            <a:lvl7pPr lvl="6">
              <a:lnSpc>
                <a:spcPct val="90000"/>
              </a:lnSpc>
              <a:spcBef>
                <a:spcPts val="0"/>
              </a:spcBef>
              <a:spcAft>
                <a:spcPts val="0"/>
              </a:spcAft>
              <a:buNone/>
              <a:defRPr sz="5500"/>
            </a:lvl7pPr>
            <a:lvl8pPr lvl="7">
              <a:lnSpc>
                <a:spcPct val="90000"/>
              </a:lnSpc>
              <a:spcBef>
                <a:spcPts val="0"/>
              </a:spcBef>
              <a:spcAft>
                <a:spcPts val="0"/>
              </a:spcAft>
              <a:buNone/>
              <a:defRPr sz="5500"/>
            </a:lvl8pPr>
            <a:lvl9pPr lvl="8">
              <a:lnSpc>
                <a:spcPct val="90000"/>
              </a:lnSpc>
              <a:spcBef>
                <a:spcPts val="0"/>
              </a:spcBef>
              <a:spcAft>
                <a:spcPts val="0"/>
              </a:spcAft>
              <a:buNone/>
              <a:defRPr sz="5500"/>
            </a:lvl9pPr>
          </a:lstStyle>
          <a:p>
            <a:endParaRPr/>
          </a:p>
        </p:txBody>
      </p:sp>
      <p:sp>
        <p:nvSpPr>
          <p:cNvPr id="235" name="Google Shape;235;p19"/>
          <p:cNvSpPr txBox="1">
            <a:spLocks noGrp="1"/>
          </p:cNvSpPr>
          <p:nvPr>
            <p:ph type="subTitle" idx="1"/>
          </p:nvPr>
        </p:nvSpPr>
        <p:spPr>
          <a:xfrm>
            <a:off x="115025" y="3062925"/>
            <a:ext cx="3759600" cy="16599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236" name="Google Shape;236;p19"/>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Section title and description Alt 2">
  <p:cSld name="BLANK_1_1_1_1_1_1_1_2">
    <p:spTree>
      <p:nvGrpSpPr>
        <p:cNvPr id="1" name="Shape 237"/>
        <p:cNvGrpSpPr/>
        <p:nvPr/>
      </p:nvGrpSpPr>
      <p:grpSpPr>
        <a:xfrm>
          <a:off x="0" y="0"/>
          <a:ext cx="0" cy="0"/>
          <a:chOff x="0" y="0"/>
          <a:chExt cx="0" cy="0"/>
        </a:xfrm>
      </p:grpSpPr>
      <p:sp>
        <p:nvSpPr>
          <p:cNvPr id="238" name="Google Shape;238;p20"/>
          <p:cNvSpPr/>
          <p:nvPr/>
        </p:nvSpPr>
        <p:spPr>
          <a:xfrm>
            <a:off x="5861425" y="3065475"/>
            <a:ext cx="3282600" cy="2078950"/>
          </a:xfrm>
          <a:custGeom>
            <a:avLst/>
            <a:gdLst/>
            <a:ahLst/>
            <a:cxnLst/>
            <a:rect l="l" t="t" r="r" b="b"/>
            <a:pathLst>
              <a:path w="131304" h="83158" extrusionOk="0">
                <a:moveTo>
                  <a:pt x="131286" y="0"/>
                </a:moveTo>
                <a:lnTo>
                  <a:pt x="131304" y="83132"/>
                </a:lnTo>
                <a:lnTo>
                  <a:pt x="0" y="83158"/>
                </a:lnTo>
                <a:lnTo>
                  <a:pt x="55816" y="4343"/>
                </a:lnTo>
                <a:close/>
              </a:path>
            </a:pathLst>
          </a:custGeom>
          <a:solidFill>
            <a:schemeClr val="accent5"/>
          </a:solidFill>
          <a:ln>
            <a:noFill/>
          </a:ln>
        </p:spPr>
      </p:sp>
      <p:sp>
        <p:nvSpPr>
          <p:cNvPr id="239" name="Google Shape;239;p20"/>
          <p:cNvSpPr/>
          <p:nvPr/>
        </p:nvSpPr>
        <p:spPr>
          <a:xfrm>
            <a:off x="6818025" y="1675"/>
            <a:ext cx="2326300" cy="3183925"/>
          </a:xfrm>
          <a:custGeom>
            <a:avLst/>
            <a:gdLst/>
            <a:ahLst/>
            <a:cxnLst/>
            <a:rect l="l" t="t" r="r" b="b"/>
            <a:pathLst>
              <a:path w="93052" h="127357" extrusionOk="0">
                <a:moveTo>
                  <a:pt x="17353" y="127357"/>
                </a:moveTo>
                <a:lnTo>
                  <a:pt x="0" y="18662"/>
                </a:lnTo>
                <a:lnTo>
                  <a:pt x="93052" y="0"/>
                </a:lnTo>
                <a:lnTo>
                  <a:pt x="93019" y="122556"/>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nvGrpSpPr>
          <p:cNvPr id="240" name="Google Shape;240;p20"/>
          <p:cNvGrpSpPr/>
          <p:nvPr/>
        </p:nvGrpSpPr>
        <p:grpSpPr>
          <a:xfrm>
            <a:off x="25" y="4625"/>
            <a:ext cx="2329791" cy="795413"/>
            <a:chOff x="21" y="-511"/>
            <a:chExt cx="2329791" cy="800617"/>
          </a:xfrm>
        </p:grpSpPr>
        <p:grpSp>
          <p:nvGrpSpPr>
            <p:cNvPr id="241" name="Google Shape;241;p20"/>
            <p:cNvGrpSpPr/>
            <p:nvPr/>
          </p:nvGrpSpPr>
          <p:grpSpPr>
            <a:xfrm rot="10800000" flipH="1">
              <a:off x="25" y="392516"/>
              <a:ext cx="1927788" cy="407590"/>
              <a:chOff x="537425" y="3249175"/>
              <a:chExt cx="1774800" cy="370200"/>
            </a:xfrm>
          </p:grpSpPr>
          <p:sp>
            <p:nvSpPr>
              <p:cNvPr id="242" name="Google Shape;242;p20"/>
              <p:cNvSpPr/>
              <p:nvPr/>
            </p:nvSpPr>
            <p:spPr>
              <a:xfrm>
                <a:off x="537425" y="3249175"/>
                <a:ext cx="2940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43" name="Google Shape;243;p20"/>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44" name="Google Shape;244;p20"/>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45" name="Google Shape;245;p20"/>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46" name="Google Shape;246;p20"/>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247" name="Google Shape;247;p20"/>
            <p:cNvGrpSpPr/>
            <p:nvPr/>
          </p:nvGrpSpPr>
          <p:grpSpPr>
            <a:xfrm rot="10800000" flipH="1">
              <a:off x="21" y="-511"/>
              <a:ext cx="1927788" cy="393115"/>
              <a:chOff x="537425" y="3249175"/>
              <a:chExt cx="1774800" cy="370200"/>
            </a:xfrm>
          </p:grpSpPr>
          <p:sp>
            <p:nvSpPr>
              <p:cNvPr id="248" name="Google Shape;248;p20"/>
              <p:cNvSpPr/>
              <p:nvPr/>
            </p:nvSpPr>
            <p:spPr>
              <a:xfrm>
                <a:off x="537425" y="3249175"/>
                <a:ext cx="2940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49" name="Google Shape;249;p20"/>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0" name="Google Shape;250;p20"/>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1" name="Google Shape;251;p20"/>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2" name="Google Shape;252;p20"/>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253" name="Google Shape;253;p20"/>
            <p:cNvSpPr/>
            <p:nvPr/>
          </p:nvSpPr>
          <p:spPr>
            <a:xfrm rot="10800000" flipH="1">
              <a:off x="1927813" y="392406"/>
              <a:ext cx="402000" cy="4077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254" name="Google Shape;254;p20"/>
          <p:cNvSpPr txBox="1">
            <a:spLocks noGrp="1"/>
          </p:cNvSpPr>
          <p:nvPr>
            <p:ph type="title"/>
          </p:nvPr>
        </p:nvSpPr>
        <p:spPr>
          <a:xfrm>
            <a:off x="96025" y="1206300"/>
            <a:ext cx="6507000" cy="1876200"/>
          </a:xfrm>
          <a:prstGeom prst="rect">
            <a:avLst/>
          </a:prstGeom>
        </p:spPr>
        <p:txBody>
          <a:bodyPr spcFirstLastPara="1" wrap="square" lIns="91425" tIns="91425" rIns="91425" bIns="91425" anchor="t" anchorCtr="0">
            <a:noAutofit/>
          </a:bodyPr>
          <a:lstStyle>
            <a:lvl1pPr lvl="0">
              <a:spcBef>
                <a:spcPts val="0"/>
              </a:spcBef>
              <a:spcAft>
                <a:spcPts val="0"/>
              </a:spcAft>
              <a:buNone/>
              <a:defRPr sz="3600"/>
            </a:lvl1pPr>
            <a:lvl2pPr lvl="1">
              <a:spcBef>
                <a:spcPts val="0"/>
              </a:spcBef>
              <a:spcAft>
                <a:spcPts val="0"/>
              </a:spcAft>
              <a:buClr>
                <a:schemeClr val="lt1"/>
              </a:buClr>
              <a:buSzPts val="3600"/>
              <a:buFont typeface="IBM Plex Sans"/>
              <a:buNone/>
              <a:defRPr sz="3600">
                <a:solidFill>
                  <a:schemeClr val="lt1"/>
                </a:solidFill>
              </a:defRPr>
            </a:lvl2pPr>
            <a:lvl3pPr lvl="2">
              <a:spcBef>
                <a:spcPts val="0"/>
              </a:spcBef>
              <a:spcAft>
                <a:spcPts val="0"/>
              </a:spcAft>
              <a:buClr>
                <a:schemeClr val="lt1"/>
              </a:buClr>
              <a:buSzPts val="3600"/>
              <a:buFont typeface="IBM Plex Sans"/>
              <a:buNone/>
              <a:defRPr sz="3600">
                <a:solidFill>
                  <a:schemeClr val="lt1"/>
                </a:solidFill>
              </a:defRPr>
            </a:lvl3pPr>
            <a:lvl4pPr lvl="3">
              <a:spcBef>
                <a:spcPts val="0"/>
              </a:spcBef>
              <a:spcAft>
                <a:spcPts val="0"/>
              </a:spcAft>
              <a:buClr>
                <a:schemeClr val="lt1"/>
              </a:buClr>
              <a:buSzPts val="3600"/>
              <a:buFont typeface="IBM Plex Sans"/>
              <a:buNone/>
              <a:defRPr sz="3600">
                <a:solidFill>
                  <a:schemeClr val="lt1"/>
                </a:solidFill>
              </a:defRPr>
            </a:lvl4pPr>
            <a:lvl5pPr lvl="4">
              <a:spcBef>
                <a:spcPts val="0"/>
              </a:spcBef>
              <a:spcAft>
                <a:spcPts val="0"/>
              </a:spcAft>
              <a:buClr>
                <a:schemeClr val="lt1"/>
              </a:buClr>
              <a:buSzPts val="3600"/>
              <a:buFont typeface="IBM Plex Sans"/>
              <a:buNone/>
              <a:defRPr sz="3600">
                <a:solidFill>
                  <a:schemeClr val="lt1"/>
                </a:solidFill>
              </a:defRPr>
            </a:lvl5pPr>
            <a:lvl6pPr lvl="5">
              <a:spcBef>
                <a:spcPts val="0"/>
              </a:spcBef>
              <a:spcAft>
                <a:spcPts val="0"/>
              </a:spcAft>
              <a:buClr>
                <a:schemeClr val="lt1"/>
              </a:buClr>
              <a:buSzPts val="3600"/>
              <a:buFont typeface="IBM Plex Sans"/>
              <a:buNone/>
              <a:defRPr sz="3600">
                <a:solidFill>
                  <a:schemeClr val="lt1"/>
                </a:solidFill>
              </a:defRPr>
            </a:lvl6pPr>
            <a:lvl7pPr lvl="6">
              <a:spcBef>
                <a:spcPts val="0"/>
              </a:spcBef>
              <a:spcAft>
                <a:spcPts val="0"/>
              </a:spcAft>
              <a:buClr>
                <a:schemeClr val="lt1"/>
              </a:buClr>
              <a:buSzPts val="3600"/>
              <a:buFont typeface="IBM Plex Sans"/>
              <a:buNone/>
              <a:defRPr sz="3600">
                <a:solidFill>
                  <a:schemeClr val="lt1"/>
                </a:solidFill>
              </a:defRPr>
            </a:lvl7pPr>
            <a:lvl8pPr lvl="7">
              <a:spcBef>
                <a:spcPts val="0"/>
              </a:spcBef>
              <a:spcAft>
                <a:spcPts val="0"/>
              </a:spcAft>
              <a:buClr>
                <a:schemeClr val="lt1"/>
              </a:buClr>
              <a:buSzPts val="3600"/>
              <a:buFont typeface="IBM Plex Sans"/>
              <a:buNone/>
              <a:defRPr sz="3600">
                <a:solidFill>
                  <a:schemeClr val="lt1"/>
                </a:solidFill>
              </a:defRPr>
            </a:lvl8pPr>
            <a:lvl9pPr lvl="8">
              <a:spcBef>
                <a:spcPts val="0"/>
              </a:spcBef>
              <a:spcAft>
                <a:spcPts val="0"/>
              </a:spcAft>
              <a:buClr>
                <a:schemeClr val="lt1"/>
              </a:buClr>
              <a:buSzPts val="3600"/>
              <a:buFont typeface="IBM Plex Sans"/>
              <a:buNone/>
              <a:defRPr sz="3600">
                <a:solidFill>
                  <a:schemeClr val="lt1"/>
                </a:solidFill>
              </a:defRPr>
            </a:lvl9pPr>
          </a:lstStyle>
          <a:p>
            <a:endParaRPr/>
          </a:p>
        </p:txBody>
      </p:sp>
      <p:sp>
        <p:nvSpPr>
          <p:cNvPr id="255" name="Google Shape;255;p20"/>
          <p:cNvSpPr/>
          <p:nvPr/>
        </p:nvSpPr>
        <p:spPr>
          <a:xfrm rot="386111">
            <a:off x="5422314" y="2861786"/>
            <a:ext cx="5875319" cy="1732905"/>
          </a:xfrm>
          <a:prstGeom prst="chord">
            <a:avLst>
              <a:gd name="adj1" fmla="val 2600939"/>
              <a:gd name="adj2" fmla="val 18561181"/>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6" name="Google Shape;256;p20"/>
          <p:cNvSpPr/>
          <p:nvPr/>
        </p:nvSpPr>
        <p:spPr>
          <a:xfrm rot="1800094">
            <a:off x="5534438" y="2649896"/>
            <a:ext cx="4427191" cy="1750358"/>
          </a:xfrm>
          <a:prstGeom prst="chord">
            <a:avLst>
              <a:gd name="adj1" fmla="val 837048"/>
              <a:gd name="adj2" fmla="val 19665286"/>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57" name="Google Shape;257;p20"/>
          <p:cNvSpPr txBox="1">
            <a:spLocks noGrp="1"/>
          </p:cNvSpPr>
          <p:nvPr>
            <p:ph type="title" idx="2"/>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258" name="Google Shape;258;p20"/>
          <p:cNvSpPr txBox="1">
            <a:spLocks noGrp="1"/>
          </p:cNvSpPr>
          <p:nvPr>
            <p:ph type="subTitle" idx="1"/>
          </p:nvPr>
        </p:nvSpPr>
        <p:spPr>
          <a:xfrm>
            <a:off x="115025" y="3062925"/>
            <a:ext cx="3759600" cy="1659900"/>
          </a:xfrm>
          <a:prstGeom prst="rect">
            <a:avLst/>
          </a:prstGeom>
        </p:spPr>
        <p:txBody>
          <a:bodyPr spcFirstLastPara="1" wrap="square" lIns="91425" tIns="91425" rIns="91425" bIns="91425" anchor="b" anchorCtr="0">
            <a:noAutofit/>
          </a:bodyPr>
          <a:lstStyle>
            <a:lvl1pPr lvl="0">
              <a:lnSpc>
                <a:spcPct val="115000"/>
              </a:lnSpc>
              <a:spcBef>
                <a:spcPts val="0"/>
              </a:spcBef>
              <a:spcAft>
                <a:spcPts val="0"/>
              </a:spcAft>
              <a:buClr>
                <a:schemeClr val="lt1"/>
              </a:buClr>
              <a:buSzPts val="1000"/>
              <a:buFont typeface="Sora"/>
              <a:buNone/>
              <a:defRPr sz="1000"/>
            </a:lvl1pPr>
            <a:lvl2pPr lvl="1">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000"/>
              <a:buFont typeface="Sora"/>
              <a:buNone/>
              <a:defRPr sz="10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259" name="Google Shape;259;p20"/>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ig number">
  <p:cSld name="BLANK_1_1_1_1_1_1_1_1_1_1_10">
    <p:spTree>
      <p:nvGrpSpPr>
        <p:cNvPr id="1" name="Shape 260"/>
        <p:cNvGrpSpPr/>
        <p:nvPr/>
      </p:nvGrpSpPr>
      <p:grpSpPr>
        <a:xfrm>
          <a:off x="0" y="0"/>
          <a:ext cx="0" cy="0"/>
          <a:chOff x="0" y="0"/>
          <a:chExt cx="0" cy="0"/>
        </a:xfrm>
      </p:grpSpPr>
      <p:sp>
        <p:nvSpPr>
          <p:cNvPr id="261" name="Google Shape;261;p21"/>
          <p:cNvSpPr/>
          <p:nvPr/>
        </p:nvSpPr>
        <p:spPr>
          <a:xfrm rot="-900031" flipH="1">
            <a:off x="1792020" y="1182391"/>
            <a:ext cx="5560068" cy="1963507"/>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62" name="Google Shape;262;p21"/>
          <p:cNvSpPr/>
          <p:nvPr/>
        </p:nvSpPr>
        <p:spPr>
          <a:xfrm rot="10800000">
            <a:off x="1792025" y="1182400"/>
            <a:ext cx="5559900" cy="1963500"/>
          </a:xfrm>
          <a:prstGeom prst="ellipse">
            <a:avLst/>
          </a:prstGeom>
          <a:gradFill>
            <a:gsLst>
              <a:gs pos="0">
                <a:schemeClr val="accent2"/>
              </a:gs>
              <a:gs pos="37000">
                <a:schemeClr val="lt2"/>
              </a:gs>
              <a:gs pos="92000">
                <a:schemeClr val="accent1"/>
              </a:gs>
              <a:gs pos="100000">
                <a:schemeClr val="accent1"/>
              </a:gs>
            </a:gsLst>
            <a:lin ang="10800025"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63" name="Google Shape;263;p21"/>
          <p:cNvSpPr txBox="1">
            <a:spLocks noGrp="1"/>
          </p:cNvSpPr>
          <p:nvPr>
            <p:ph type="body" idx="1"/>
          </p:nvPr>
        </p:nvSpPr>
        <p:spPr>
          <a:xfrm>
            <a:off x="2351750" y="3857450"/>
            <a:ext cx="4346700" cy="4527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Sora"/>
              <a:buChar char="●"/>
              <a:defRPr/>
            </a:lvl1pPr>
            <a:lvl2pPr marL="914400" lvl="1" indent="-304800">
              <a:spcBef>
                <a:spcPts val="0"/>
              </a:spcBef>
              <a:spcAft>
                <a:spcPts val="0"/>
              </a:spcAft>
              <a:buClr>
                <a:schemeClr val="lt1"/>
              </a:buClr>
              <a:buSzPts val="1200"/>
              <a:buFont typeface="Sora"/>
              <a:buChar char="○"/>
              <a:defRPr/>
            </a:lvl2pPr>
            <a:lvl3pPr marL="1371600" lvl="2" indent="-304800">
              <a:spcBef>
                <a:spcPts val="0"/>
              </a:spcBef>
              <a:spcAft>
                <a:spcPts val="0"/>
              </a:spcAft>
              <a:buClr>
                <a:schemeClr val="lt1"/>
              </a:buClr>
              <a:buSzPts val="1200"/>
              <a:buFont typeface="Sora"/>
              <a:buChar char="■"/>
              <a:defRPr/>
            </a:lvl3pPr>
            <a:lvl4pPr marL="1828800" lvl="3" indent="-304800">
              <a:spcBef>
                <a:spcPts val="0"/>
              </a:spcBef>
              <a:spcAft>
                <a:spcPts val="0"/>
              </a:spcAft>
              <a:buClr>
                <a:schemeClr val="lt1"/>
              </a:buClr>
              <a:buSzPts val="1200"/>
              <a:buFont typeface="Sora"/>
              <a:buChar char="●"/>
              <a:defRPr/>
            </a:lvl4pPr>
            <a:lvl5pPr marL="2286000" lvl="4" indent="-304800">
              <a:spcBef>
                <a:spcPts val="0"/>
              </a:spcBef>
              <a:spcAft>
                <a:spcPts val="0"/>
              </a:spcAft>
              <a:buClr>
                <a:schemeClr val="lt1"/>
              </a:buClr>
              <a:buSzPts val="1200"/>
              <a:buFont typeface="Sora"/>
              <a:buChar char="○"/>
              <a:defRPr/>
            </a:lvl5pPr>
            <a:lvl6pPr marL="2743200" lvl="5" indent="-304800">
              <a:spcBef>
                <a:spcPts val="0"/>
              </a:spcBef>
              <a:spcAft>
                <a:spcPts val="0"/>
              </a:spcAft>
              <a:buClr>
                <a:schemeClr val="lt1"/>
              </a:buClr>
              <a:buSzPts val="1200"/>
              <a:buFont typeface="Sora"/>
              <a:buChar char="■"/>
              <a:defRPr/>
            </a:lvl6pPr>
            <a:lvl7pPr marL="3200400" lvl="6" indent="-304800">
              <a:spcBef>
                <a:spcPts val="0"/>
              </a:spcBef>
              <a:spcAft>
                <a:spcPts val="0"/>
              </a:spcAft>
              <a:buClr>
                <a:schemeClr val="lt1"/>
              </a:buClr>
              <a:buSzPts val="1200"/>
              <a:buFont typeface="Sora"/>
              <a:buChar char="●"/>
              <a:defRPr/>
            </a:lvl7pPr>
            <a:lvl8pPr marL="3657600" lvl="7" indent="-304800">
              <a:spcBef>
                <a:spcPts val="0"/>
              </a:spcBef>
              <a:spcAft>
                <a:spcPts val="0"/>
              </a:spcAft>
              <a:buClr>
                <a:schemeClr val="lt1"/>
              </a:buClr>
              <a:buSzPts val="1200"/>
              <a:buFont typeface="Sora"/>
              <a:buChar char="○"/>
              <a:defRPr/>
            </a:lvl8pPr>
            <a:lvl9pPr marL="4114800" lvl="8" indent="-304800">
              <a:spcBef>
                <a:spcPts val="0"/>
              </a:spcBef>
              <a:spcAft>
                <a:spcPts val="0"/>
              </a:spcAft>
              <a:buClr>
                <a:schemeClr val="lt1"/>
              </a:buClr>
              <a:buSzPts val="1200"/>
              <a:buFont typeface="Sora"/>
              <a:buChar char="■"/>
              <a:defRPr/>
            </a:lvl9pPr>
          </a:lstStyle>
          <a:p>
            <a:endParaRPr/>
          </a:p>
        </p:txBody>
      </p:sp>
      <p:sp>
        <p:nvSpPr>
          <p:cNvPr id="264" name="Google Shape;264;p21"/>
          <p:cNvSpPr txBox="1">
            <a:spLocks noGrp="1"/>
          </p:cNvSpPr>
          <p:nvPr>
            <p:ph type="title" hasCustomPrompt="1"/>
          </p:nvPr>
        </p:nvSpPr>
        <p:spPr>
          <a:xfrm>
            <a:off x="2662050" y="1182350"/>
            <a:ext cx="3819900" cy="1963500"/>
          </a:xfrm>
          <a:prstGeom prst="rect">
            <a:avLst/>
          </a:prstGeom>
        </p:spPr>
        <p:txBody>
          <a:bodyPr spcFirstLastPara="1" wrap="square" lIns="91425" tIns="91425" rIns="91425" bIns="91425" anchor="t" anchorCtr="0">
            <a:spAutoFit/>
          </a:bodyPr>
          <a:lstStyle>
            <a:lvl1pPr lvl="0" algn="ctr">
              <a:spcBef>
                <a:spcPts val="0"/>
              </a:spcBef>
              <a:spcAft>
                <a:spcPts val="0"/>
              </a:spcAft>
              <a:buClr>
                <a:schemeClr val="lt1"/>
              </a:buClr>
              <a:buSzPts val="5500"/>
              <a:buFont typeface="IBM Plex Sans"/>
              <a:buNone/>
              <a:defRPr sz="5500"/>
            </a:lvl1pPr>
            <a:lvl2pPr lvl="1" algn="ctr">
              <a:spcBef>
                <a:spcPts val="0"/>
              </a:spcBef>
              <a:spcAft>
                <a:spcPts val="0"/>
              </a:spcAft>
              <a:buClr>
                <a:schemeClr val="lt1"/>
              </a:buClr>
              <a:buSzPts val="5500"/>
              <a:buFont typeface="IBM Plex Sans"/>
              <a:buNone/>
              <a:defRPr sz="5500">
                <a:solidFill>
                  <a:schemeClr val="lt1"/>
                </a:solidFill>
              </a:defRPr>
            </a:lvl2pPr>
            <a:lvl3pPr lvl="2" algn="ctr">
              <a:spcBef>
                <a:spcPts val="0"/>
              </a:spcBef>
              <a:spcAft>
                <a:spcPts val="0"/>
              </a:spcAft>
              <a:buClr>
                <a:schemeClr val="lt1"/>
              </a:buClr>
              <a:buSzPts val="5500"/>
              <a:buFont typeface="IBM Plex Sans"/>
              <a:buNone/>
              <a:defRPr sz="5500">
                <a:solidFill>
                  <a:schemeClr val="lt1"/>
                </a:solidFill>
              </a:defRPr>
            </a:lvl3pPr>
            <a:lvl4pPr lvl="3" algn="ctr">
              <a:spcBef>
                <a:spcPts val="0"/>
              </a:spcBef>
              <a:spcAft>
                <a:spcPts val="0"/>
              </a:spcAft>
              <a:buClr>
                <a:schemeClr val="lt1"/>
              </a:buClr>
              <a:buSzPts val="5500"/>
              <a:buFont typeface="IBM Plex Sans"/>
              <a:buNone/>
              <a:defRPr sz="5500">
                <a:solidFill>
                  <a:schemeClr val="lt1"/>
                </a:solidFill>
              </a:defRPr>
            </a:lvl4pPr>
            <a:lvl5pPr lvl="4" algn="ctr">
              <a:spcBef>
                <a:spcPts val="0"/>
              </a:spcBef>
              <a:spcAft>
                <a:spcPts val="0"/>
              </a:spcAft>
              <a:buClr>
                <a:schemeClr val="lt1"/>
              </a:buClr>
              <a:buSzPts val="5500"/>
              <a:buFont typeface="IBM Plex Sans"/>
              <a:buNone/>
              <a:defRPr sz="5500">
                <a:solidFill>
                  <a:schemeClr val="lt1"/>
                </a:solidFill>
              </a:defRPr>
            </a:lvl5pPr>
            <a:lvl6pPr lvl="5" algn="ctr">
              <a:spcBef>
                <a:spcPts val="0"/>
              </a:spcBef>
              <a:spcAft>
                <a:spcPts val="0"/>
              </a:spcAft>
              <a:buClr>
                <a:schemeClr val="lt1"/>
              </a:buClr>
              <a:buSzPts val="5500"/>
              <a:buFont typeface="IBM Plex Sans"/>
              <a:buNone/>
              <a:defRPr sz="5500">
                <a:solidFill>
                  <a:schemeClr val="lt1"/>
                </a:solidFill>
              </a:defRPr>
            </a:lvl6pPr>
            <a:lvl7pPr lvl="6" algn="ctr">
              <a:spcBef>
                <a:spcPts val="0"/>
              </a:spcBef>
              <a:spcAft>
                <a:spcPts val="0"/>
              </a:spcAft>
              <a:buClr>
                <a:schemeClr val="lt1"/>
              </a:buClr>
              <a:buSzPts val="5500"/>
              <a:buFont typeface="IBM Plex Sans"/>
              <a:buNone/>
              <a:defRPr sz="5500">
                <a:solidFill>
                  <a:schemeClr val="lt1"/>
                </a:solidFill>
              </a:defRPr>
            </a:lvl7pPr>
            <a:lvl8pPr lvl="7" algn="ctr">
              <a:spcBef>
                <a:spcPts val="0"/>
              </a:spcBef>
              <a:spcAft>
                <a:spcPts val="0"/>
              </a:spcAft>
              <a:buClr>
                <a:schemeClr val="lt1"/>
              </a:buClr>
              <a:buSzPts val="5500"/>
              <a:buFont typeface="IBM Plex Sans"/>
              <a:buNone/>
              <a:defRPr sz="5500">
                <a:solidFill>
                  <a:schemeClr val="lt1"/>
                </a:solidFill>
              </a:defRPr>
            </a:lvl8pPr>
            <a:lvl9pPr lvl="8" algn="ctr">
              <a:spcBef>
                <a:spcPts val="0"/>
              </a:spcBef>
              <a:spcAft>
                <a:spcPts val="0"/>
              </a:spcAft>
              <a:buClr>
                <a:schemeClr val="lt1"/>
              </a:buClr>
              <a:buSzPts val="5500"/>
              <a:buFont typeface="IBM Plex Sans"/>
              <a:buNone/>
              <a:defRPr sz="5500">
                <a:solidFill>
                  <a:schemeClr val="lt1"/>
                </a:solidFill>
              </a:defRPr>
            </a:lvl9pPr>
          </a:lstStyle>
          <a:p>
            <a:r>
              <a:t>xx%</a:t>
            </a:r>
          </a:p>
        </p:txBody>
      </p:sp>
      <p:sp>
        <p:nvSpPr>
          <p:cNvPr id="265" name="Google Shape;265;p21"/>
          <p:cNvSpPr/>
          <p:nvPr/>
        </p:nvSpPr>
        <p:spPr>
          <a:xfrm rot="900031" flipH="1">
            <a:off x="1791931" y="1182353"/>
            <a:ext cx="5560068" cy="1963507"/>
          </a:xfrm>
          <a:prstGeom prst="ellipse">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itle Only - Alt 2">
  <p:cSld name="BLANK_1_1_1_1_1_1_1_1_1_1_9">
    <p:spTree>
      <p:nvGrpSpPr>
        <p:cNvPr id="1" name="Shape 266"/>
        <p:cNvGrpSpPr/>
        <p:nvPr/>
      </p:nvGrpSpPr>
      <p:grpSpPr>
        <a:xfrm>
          <a:off x="0" y="0"/>
          <a:ext cx="0" cy="0"/>
          <a:chOff x="0" y="0"/>
          <a:chExt cx="0" cy="0"/>
        </a:xfrm>
      </p:grpSpPr>
      <p:grpSp>
        <p:nvGrpSpPr>
          <p:cNvPr id="267" name="Google Shape;267;p22"/>
          <p:cNvGrpSpPr/>
          <p:nvPr/>
        </p:nvGrpSpPr>
        <p:grpSpPr>
          <a:xfrm flipH="1">
            <a:off x="3212200" y="0"/>
            <a:ext cx="1851000" cy="1225325"/>
            <a:chOff x="461225" y="3875100"/>
            <a:chExt cx="1851000" cy="1225325"/>
          </a:xfrm>
        </p:grpSpPr>
        <p:grpSp>
          <p:nvGrpSpPr>
            <p:cNvPr id="268" name="Google Shape;268;p22"/>
            <p:cNvGrpSpPr/>
            <p:nvPr/>
          </p:nvGrpSpPr>
          <p:grpSpPr>
            <a:xfrm>
              <a:off x="461225" y="3875100"/>
              <a:ext cx="1851000" cy="114600"/>
              <a:chOff x="461225" y="3504775"/>
              <a:chExt cx="1851000" cy="114600"/>
            </a:xfrm>
          </p:grpSpPr>
          <p:sp>
            <p:nvSpPr>
              <p:cNvPr id="269" name="Google Shape;269;p22"/>
              <p:cNvSpPr/>
              <p:nvPr/>
            </p:nvSpPr>
            <p:spPr>
              <a:xfrm>
                <a:off x="4612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70" name="Google Shape;270;p22"/>
              <p:cNvSpPr/>
              <p:nvPr/>
            </p:nvSpPr>
            <p:spPr>
              <a:xfrm>
                <a:off x="8314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71" name="Google Shape;271;p22"/>
              <p:cNvSpPr/>
              <p:nvPr/>
            </p:nvSpPr>
            <p:spPr>
              <a:xfrm>
                <a:off x="12016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72" name="Google Shape;272;p22"/>
              <p:cNvSpPr/>
              <p:nvPr/>
            </p:nvSpPr>
            <p:spPr>
              <a:xfrm>
                <a:off x="15718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73" name="Google Shape;273;p22"/>
              <p:cNvSpPr/>
              <p:nvPr/>
            </p:nvSpPr>
            <p:spPr>
              <a:xfrm>
                <a:off x="19420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274" name="Google Shape;274;p22"/>
            <p:cNvGrpSpPr/>
            <p:nvPr/>
          </p:nvGrpSpPr>
          <p:grpSpPr>
            <a:xfrm>
              <a:off x="461225" y="3989700"/>
              <a:ext cx="1480800" cy="1110725"/>
              <a:chOff x="461225" y="3249175"/>
              <a:chExt cx="1480800" cy="1110725"/>
            </a:xfrm>
          </p:grpSpPr>
          <p:sp>
            <p:nvSpPr>
              <p:cNvPr id="275" name="Google Shape;275;p22"/>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76" name="Google Shape;276;p22"/>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77" name="Google Shape;277;p22"/>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78" name="Google Shape;278;p22"/>
              <p:cNvSpPr/>
              <p:nvPr/>
            </p:nvSpPr>
            <p:spPr>
              <a:xfrm>
                <a:off x="1201625" y="3989700"/>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279" name="Google Shape;279;p22"/>
            <p:cNvGrpSpPr/>
            <p:nvPr/>
          </p:nvGrpSpPr>
          <p:grpSpPr>
            <a:xfrm>
              <a:off x="831425" y="4360025"/>
              <a:ext cx="1480800" cy="370200"/>
              <a:chOff x="831425" y="3249175"/>
              <a:chExt cx="1480800" cy="370200"/>
            </a:xfrm>
          </p:grpSpPr>
          <p:sp>
            <p:nvSpPr>
              <p:cNvPr id="280" name="Google Shape;280;p22"/>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81" name="Google Shape;281;p22"/>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82" name="Google Shape;282;p22"/>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283" name="Google Shape;283;p22"/>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284" name="Google Shape;284;p22"/>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285" name="Google Shape;285;p22"/>
          <p:cNvSpPr txBox="1">
            <a:spLocks noGrp="1"/>
          </p:cNvSpPr>
          <p:nvPr>
            <p:ph type="title" idx="2"/>
          </p:nvPr>
        </p:nvSpPr>
        <p:spPr>
          <a:xfrm>
            <a:off x="115025" y="502775"/>
            <a:ext cx="58290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286" name="Google Shape;286;p22"/>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Roadmap">
  <p:cSld name="CUSTOM_2">
    <p:spTree>
      <p:nvGrpSpPr>
        <p:cNvPr id="1" name="Shape 287"/>
        <p:cNvGrpSpPr/>
        <p:nvPr/>
      </p:nvGrpSpPr>
      <p:grpSpPr>
        <a:xfrm>
          <a:off x="0" y="0"/>
          <a:ext cx="0" cy="0"/>
          <a:chOff x="0" y="0"/>
          <a:chExt cx="0" cy="0"/>
        </a:xfrm>
      </p:grpSpPr>
      <p:sp>
        <p:nvSpPr>
          <p:cNvPr id="288" name="Google Shape;288;p23"/>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289" name="Google Shape;289;p23"/>
          <p:cNvSpPr txBox="1">
            <a:spLocks noGrp="1"/>
          </p:cNvSpPr>
          <p:nvPr>
            <p:ph type="title" idx="2"/>
          </p:nvPr>
        </p:nvSpPr>
        <p:spPr>
          <a:xfrm>
            <a:off x="115025" y="502775"/>
            <a:ext cx="5400000" cy="6888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grpSp>
        <p:nvGrpSpPr>
          <p:cNvPr id="290" name="Google Shape;290;p23"/>
          <p:cNvGrpSpPr/>
          <p:nvPr/>
        </p:nvGrpSpPr>
        <p:grpSpPr>
          <a:xfrm rot="10800000" flipH="1">
            <a:off x="6179902" y="24"/>
            <a:ext cx="2963226" cy="1495659"/>
            <a:chOff x="4306084" y="2701610"/>
            <a:chExt cx="4837921" cy="2441893"/>
          </a:xfrm>
        </p:grpSpPr>
        <p:sp>
          <p:nvSpPr>
            <p:cNvPr id="291" name="Google Shape;291;p23"/>
            <p:cNvSpPr/>
            <p:nvPr/>
          </p:nvSpPr>
          <p:spPr>
            <a:xfrm>
              <a:off x="4306084" y="4485495"/>
              <a:ext cx="4837921" cy="658008"/>
            </a:xfrm>
            <a:custGeom>
              <a:avLst/>
              <a:gdLst/>
              <a:ahLst/>
              <a:cxnLst/>
              <a:rect l="l" t="t" r="r" b="b"/>
              <a:pathLst>
                <a:path w="89824" h="12217" fill="none" extrusionOk="0">
                  <a:moveTo>
                    <a:pt x="85826" y="0"/>
                  </a:moveTo>
                  <a:lnTo>
                    <a:pt x="85826" y="0"/>
                  </a:lnTo>
                  <a:lnTo>
                    <a:pt x="85045" y="291"/>
                  </a:lnTo>
                  <a:lnTo>
                    <a:pt x="84218" y="581"/>
                  </a:lnTo>
                  <a:lnTo>
                    <a:pt x="83370" y="871"/>
                  </a:lnTo>
                  <a:lnTo>
                    <a:pt x="82476" y="1139"/>
                  </a:lnTo>
                  <a:lnTo>
                    <a:pt x="81538" y="1430"/>
                  </a:lnTo>
                  <a:lnTo>
                    <a:pt x="80578" y="1697"/>
                  </a:lnTo>
                  <a:lnTo>
                    <a:pt x="79596" y="1943"/>
                  </a:lnTo>
                  <a:lnTo>
                    <a:pt x="78568" y="2189"/>
                  </a:lnTo>
                  <a:lnTo>
                    <a:pt x="77496" y="2434"/>
                  </a:lnTo>
                  <a:lnTo>
                    <a:pt x="76424" y="2680"/>
                  </a:lnTo>
                  <a:lnTo>
                    <a:pt x="75308" y="2903"/>
                  </a:lnTo>
                  <a:lnTo>
                    <a:pt x="74146" y="3104"/>
                  </a:lnTo>
                  <a:lnTo>
                    <a:pt x="71779" y="3529"/>
                  </a:lnTo>
                  <a:lnTo>
                    <a:pt x="69278" y="3886"/>
                  </a:lnTo>
                  <a:lnTo>
                    <a:pt x="66709" y="4221"/>
                  </a:lnTo>
                  <a:lnTo>
                    <a:pt x="64029" y="4511"/>
                  </a:lnTo>
                  <a:lnTo>
                    <a:pt x="61260" y="4779"/>
                  </a:lnTo>
                  <a:lnTo>
                    <a:pt x="58424" y="4980"/>
                  </a:lnTo>
                  <a:lnTo>
                    <a:pt x="55498" y="5159"/>
                  </a:lnTo>
                  <a:lnTo>
                    <a:pt x="52506" y="5271"/>
                  </a:lnTo>
                  <a:lnTo>
                    <a:pt x="49468" y="5338"/>
                  </a:lnTo>
                  <a:lnTo>
                    <a:pt x="46364" y="5382"/>
                  </a:lnTo>
                  <a:lnTo>
                    <a:pt x="46364" y="5382"/>
                  </a:lnTo>
                  <a:lnTo>
                    <a:pt x="43260" y="5338"/>
                  </a:lnTo>
                  <a:lnTo>
                    <a:pt x="40200" y="5271"/>
                  </a:lnTo>
                  <a:lnTo>
                    <a:pt x="37208" y="5159"/>
                  </a:lnTo>
                  <a:lnTo>
                    <a:pt x="34304" y="4980"/>
                  </a:lnTo>
                  <a:lnTo>
                    <a:pt x="31446" y="4779"/>
                  </a:lnTo>
                  <a:lnTo>
                    <a:pt x="28676" y="4511"/>
                  </a:lnTo>
                  <a:lnTo>
                    <a:pt x="25996" y="4221"/>
                  </a:lnTo>
                  <a:lnTo>
                    <a:pt x="23428" y="3886"/>
                  </a:lnTo>
                  <a:lnTo>
                    <a:pt x="20927" y="3529"/>
                  </a:lnTo>
                  <a:lnTo>
                    <a:pt x="18560" y="3104"/>
                  </a:lnTo>
                  <a:lnTo>
                    <a:pt x="17421" y="2903"/>
                  </a:lnTo>
                  <a:lnTo>
                    <a:pt x="16282" y="2680"/>
                  </a:lnTo>
                  <a:lnTo>
                    <a:pt x="15210" y="2434"/>
                  </a:lnTo>
                  <a:lnTo>
                    <a:pt x="14138" y="2189"/>
                  </a:lnTo>
                  <a:lnTo>
                    <a:pt x="13110" y="1943"/>
                  </a:lnTo>
                  <a:lnTo>
                    <a:pt x="12128" y="1697"/>
                  </a:lnTo>
                  <a:lnTo>
                    <a:pt x="11167" y="1430"/>
                  </a:lnTo>
                  <a:lnTo>
                    <a:pt x="10229" y="1139"/>
                  </a:lnTo>
                  <a:lnTo>
                    <a:pt x="9336" y="871"/>
                  </a:lnTo>
                  <a:lnTo>
                    <a:pt x="8487" y="581"/>
                  </a:lnTo>
                  <a:lnTo>
                    <a:pt x="7661" y="291"/>
                  </a:lnTo>
                  <a:lnTo>
                    <a:pt x="6879" y="0"/>
                  </a:lnTo>
                  <a:lnTo>
                    <a:pt x="6879" y="0"/>
                  </a:lnTo>
                  <a:lnTo>
                    <a:pt x="6075" y="313"/>
                  </a:lnTo>
                  <a:lnTo>
                    <a:pt x="5338" y="648"/>
                  </a:lnTo>
                  <a:lnTo>
                    <a:pt x="4624" y="983"/>
                  </a:lnTo>
                  <a:lnTo>
                    <a:pt x="3976" y="1340"/>
                  </a:lnTo>
                  <a:lnTo>
                    <a:pt x="3351" y="1697"/>
                  </a:lnTo>
                  <a:lnTo>
                    <a:pt x="2793" y="2055"/>
                  </a:lnTo>
                  <a:lnTo>
                    <a:pt x="2279" y="2412"/>
                  </a:lnTo>
                  <a:lnTo>
                    <a:pt x="1810" y="2792"/>
                  </a:lnTo>
                  <a:lnTo>
                    <a:pt x="1386" y="3171"/>
                  </a:lnTo>
                  <a:lnTo>
                    <a:pt x="1028" y="3551"/>
                  </a:lnTo>
                  <a:lnTo>
                    <a:pt x="716" y="3931"/>
                  </a:lnTo>
                  <a:lnTo>
                    <a:pt x="470" y="4310"/>
                  </a:lnTo>
                  <a:lnTo>
                    <a:pt x="269" y="4712"/>
                  </a:lnTo>
                  <a:lnTo>
                    <a:pt x="180" y="4913"/>
                  </a:lnTo>
                  <a:lnTo>
                    <a:pt x="135" y="5114"/>
                  </a:lnTo>
                  <a:lnTo>
                    <a:pt x="68" y="5315"/>
                  </a:lnTo>
                  <a:lnTo>
                    <a:pt x="46" y="5516"/>
                  </a:lnTo>
                  <a:lnTo>
                    <a:pt x="23" y="5717"/>
                  </a:lnTo>
                  <a:lnTo>
                    <a:pt x="1" y="5918"/>
                  </a:lnTo>
                  <a:lnTo>
                    <a:pt x="1" y="5918"/>
                  </a:lnTo>
                  <a:lnTo>
                    <a:pt x="23" y="6142"/>
                  </a:lnTo>
                  <a:lnTo>
                    <a:pt x="46" y="6365"/>
                  </a:lnTo>
                  <a:lnTo>
                    <a:pt x="90" y="6566"/>
                  </a:lnTo>
                  <a:lnTo>
                    <a:pt x="135" y="6789"/>
                  </a:lnTo>
                  <a:lnTo>
                    <a:pt x="224" y="7013"/>
                  </a:lnTo>
                  <a:lnTo>
                    <a:pt x="314" y="7214"/>
                  </a:lnTo>
                  <a:lnTo>
                    <a:pt x="425" y="7437"/>
                  </a:lnTo>
                  <a:lnTo>
                    <a:pt x="537" y="7638"/>
                  </a:lnTo>
                  <a:lnTo>
                    <a:pt x="671" y="7839"/>
                  </a:lnTo>
                  <a:lnTo>
                    <a:pt x="827" y="8062"/>
                  </a:lnTo>
                  <a:lnTo>
                    <a:pt x="1185" y="8464"/>
                  </a:lnTo>
                  <a:lnTo>
                    <a:pt x="1609" y="8866"/>
                  </a:lnTo>
                  <a:lnTo>
                    <a:pt x="2078" y="9268"/>
                  </a:lnTo>
                  <a:lnTo>
                    <a:pt x="2614" y="9670"/>
                  </a:lnTo>
                  <a:lnTo>
                    <a:pt x="3195" y="10050"/>
                  </a:lnTo>
                  <a:lnTo>
                    <a:pt x="3842" y="10430"/>
                  </a:lnTo>
                  <a:lnTo>
                    <a:pt x="4557" y="10809"/>
                  </a:lnTo>
                  <a:lnTo>
                    <a:pt x="5294" y="11167"/>
                  </a:lnTo>
                  <a:lnTo>
                    <a:pt x="6098" y="11524"/>
                  </a:lnTo>
                  <a:lnTo>
                    <a:pt x="6969" y="11881"/>
                  </a:lnTo>
                  <a:lnTo>
                    <a:pt x="7862" y="12216"/>
                  </a:lnTo>
                  <a:lnTo>
                    <a:pt x="84844" y="12216"/>
                  </a:lnTo>
                  <a:lnTo>
                    <a:pt x="89824" y="9871"/>
                  </a:lnTo>
                  <a:lnTo>
                    <a:pt x="89824" y="1988"/>
                  </a:lnTo>
                  <a:lnTo>
                    <a:pt x="89824" y="1988"/>
                  </a:lnTo>
                  <a:lnTo>
                    <a:pt x="89400" y="1720"/>
                  </a:lnTo>
                  <a:lnTo>
                    <a:pt x="88975" y="1474"/>
                  </a:lnTo>
                  <a:lnTo>
                    <a:pt x="88506" y="1206"/>
                  </a:lnTo>
                  <a:lnTo>
                    <a:pt x="88015" y="961"/>
                  </a:lnTo>
                  <a:lnTo>
                    <a:pt x="87501" y="715"/>
                  </a:lnTo>
                  <a:lnTo>
                    <a:pt x="86965" y="469"/>
                  </a:lnTo>
                  <a:lnTo>
                    <a:pt x="85826" y="0"/>
                  </a:lnTo>
                  <a:lnTo>
                    <a:pt x="85826" y="0"/>
                  </a:lnTo>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292" name="Google Shape;292;p23"/>
            <p:cNvSpPr/>
            <p:nvPr/>
          </p:nvSpPr>
          <p:spPr>
            <a:xfrm>
              <a:off x="4306084" y="3738493"/>
              <a:ext cx="4837921" cy="747038"/>
            </a:xfrm>
            <a:custGeom>
              <a:avLst/>
              <a:gdLst/>
              <a:ahLst/>
              <a:cxnLst/>
              <a:rect l="l" t="t" r="r" b="b"/>
              <a:pathLst>
                <a:path w="89824" h="13870" fill="none" extrusionOk="0">
                  <a:moveTo>
                    <a:pt x="79372" y="0"/>
                  </a:moveTo>
                  <a:lnTo>
                    <a:pt x="79372" y="0"/>
                  </a:lnTo>
                  <a:lnTo>
                    <a:pt x="77764" y="380"/>
                  </a:lnTo>
                  <a:lnTo>
                    <a:pt x="76067" y="737"/>
                  </a:lnTo>
                  <a:lnTo>
                    <a:pt x="74325" y="1072"/>
                  </a:lnTo>
                  <a:lnTo>
                    <a:pt x="72494" y="1407"/>
                  </a:lnTo>
                  <a:lnTo>
                    <a:pt x="70595" y="1698"/>
                  </a:lnTo>
                  <a:lnTo>
                    <a:pt x="68652" y="1966"/>
                  </a:lnTo>
                  <a:lnTo>
                    <a:pt x="66642" y="2234"/>
                  </a:lnTo>
                  <a:lnTo>
                    <a:pt x="64565" y="2457"/>
                  </a:lnTo>
                  <a:lnTo>
                    <a:pt x="62444" y="2658"/>
                  </a:lnTo>
                  <a:lnTo>
                    <a:pt x="60278" y="2859"/>
                  </a:lnTo>
                  <a:lnTo>
                    <a:pt x="58044" y="3015"/>
                  </a:lnTo>
                  <a:lnTo>
                    <a:pt x="55789" y="3127"/>
                  </a:lnTo>
                  <a:lnTo>
                    <a:pt x="53488" y="3239"/>
                  </a:lnTo>
                  <a:lnTo>
                    <a:pt x="51143" y="3306"/>
                  </a:lnTo>
                  <a:lnTo>
                    <a:pt x="48754" y="3350"/>
                  </a:lnTo>
                  <a:lnTo>
                    <a:pt x="46364" y="3373"/>
                  </a:lnTo>
                  <a:lnTo>
                    <a:pt x="46364" y="3373"/>
                  </a:lnTo>
                  <a:lnTo>
                    <a:pt x="43952" y="3350"/>
                  </a:lnTo>
                  <a:lnTo>
                    <a:pt x="41563" y="3306"/>
                  </a:lnTo>
                  <a:lnTo>
                    <a:pt x="39218" y="3239"/>
                  </a:lnTo>
                  <a:lnTo>
                    <a:pt x="36917" y="3127"/>
                  </a:lnTo>
                  <a:lnTo>
                    <a:pt x="34662" y="3015"/>
                  </a:lnTo>
                  <a:lnTo>
                    <a:pt x="32451" y="2859"/>
                  </a:lnTo>
                  <a:lnTo>
                    <a:pt x="30262" y="2658"/>
                  </a:lnTo>
                  <a:lnTo>
                    <a:pt x="28140" y="2457"/>
                  </a:lnTo>
                  <a:lnTo>
                    <a:pt x="26086" y="2234"/>
                  </a:lnTo>
                  <a:lnTo>
                    <a:pt x="24053" y="1966"/>
                  </a:lnTo>
                  <a:lnTo>
                    <a:pt x="22111" y="1698"/>
                  </a:lnTo>
                  <a:lnTo>
                    <a:pt x="20212" y="1407"/>
                  </a:lnTo>
                  <a:lnTo>
                    <a:pt x="18381" y="1072"/>
                  </a:lnTo>
                  <a:lnTo>
                    <a:pt x="16639" y="737"/>
                  </a:lnTo>
                  <a:lnTo>
                    <a:pt x="14942" y="380"/>
                  </a:lnTo>
                  <a:lnTo>
                    <a:pt x="13334" y="0"/>
                  </a:lnTo>
                  <a:lnTo>
                    <a:pt x="13334" y="0"/>
                  </a:lnTo>
                  <a:lnTo>
                    <a:pt x="11815" y="380"/>
                  </a:lnTo>
                  <a:lnTo>
                    <a:pt x="10386" y="782"/>
                  </a:lnTo>
                  <a:lnTo>
                    <a:pt x="9046" y="1229"/>
                  </a:lnTo>
                  <a:lnTo>
                    <a:pt x="7773" y="1653"/>
                  </a:lnTo>
                  <a:lnTo>
                    <a:pt x="6589" y="2122"/>
                  </a:lnTo>
                  <a:lnTo>
                    <a:pt x="5495" y="2591"/>
                  </a:lnTo>
                  <a:lnTo>
                    <a:pt x="4490" y="3060"/>
                  </a:lnTo>
                  <a:lnTo>
                    <a:pt x="4021" y="3328"/>
                  </a:lnTo>
                  <a:lnTo>
                    <a:pt x="3574" y="3574"/>
                  </a:lnTo>
                  <a:lnTo>
                    <a:pt x="3150" y="3819"/>
                  </a:lnTo>
                  <a:lnTo>
                    <a:pt x="2770" y="4087"/>
                  </a:lnTo>
                  <a:lnTo>
                    <a:pt x="2391" y="4333"/>
                  </a:lnTo>
                  <a:lnTo>
                    <a:pt x="2056" y="4601"/>
                  </a:lnTo>
                  <a:lnTo>
                    <a:pt x="1743" y="4869"/>
                  </a:lnTo>
                  <a:lnTo>
                    <a:pt x="1430" y="5137"/>
                  </a:lnTo>
                  <a:lnTo>
                    <a:pt x="1162" y="5405"/>
                  </a:lnTo>
                  <a:lnTo>
                    <a:pt x="939" y="5673"/>
                  </a:lnTo>
                  <a:lnTo>
                    <a:pt x="716" y="5941"/>
                  </a:lnTo>
                  <a:lnTo>
                    <a:pt x="537" y="6231"/>
                  </a:lnTo>
                  <a:lnTo>
                    <a:pt x="381" y="6499"/>
                  </a:lnTo>
                  <a:lnTo>
                    <a:pt x="247" y="6790"/>
                  </a:lnTo>
                  <a:lnTo>
                    <a:pt x="135" y="7058"/>
                  </a:lnTo>
                  <a:lnTo>
                    <a:pt x="68" y="7348"/>
                  </a:lnTo>
                  <a:lnTo>
                    <a:pt x="23" y="7638"/>
                  </a:lnTo>
                  <a:lnTo>
                    <a:pt x="1" y="7929"/>
                  </a:lnTo>
                  <a:lnTo>
                    <a:pt x="1" y="7929"/>
                  </a:lnTo>
                  <a:lnTo>
                    <a:pt x="23" y="8130"/>
                  </a:lnTo>
                  <a:lnTo>
                    <a:pt x="46" y="8331"/>
                  </a:lnTo>
                  <a:lnTo>
                    <a:pt x="68" y="8532"/>
                  </a:lnTo>
                  <a:lnTo>
                    <a:pt x="135" y="8733"/>
                  </a:lnTo>
                  <a:lnTo>
                    <a:pt x="180" y="8934"/>
                  </a:lnTo>
                  <a:lnTo>
                    <a:pt x="269" y="9135"/>
                  </a:lnTo>
                  <a:lnTo>
                    <a:pt x="470" y="9537"/>
                  </a:lnTo>
                  <a:lnTo>
                    <a:pt x="716" y="9916"/>
                  </a:lnTo>
                  <a:lnTo>
                    <a:pt x="1028" y="10318"/>
                  </a:lnTo>
                  <a:lnTo>
                    <a:pt x="1386" y="10698"/>
                  </a:lnTo>
                  <a:lnTo>
                    <a:pt x="1810" y="11055"/>
                  </a:lnTo>
                  <a:lnTo>
                    <a:pt x="2279" y="11435"/>
                  </a:lnTo>
                  <a:lnTo>
                    <a:pt x="2793" y="11792"/>
                  </a:lnTo>
                  <a:lnTo>
                    <a:pt x="3351" y="12150"/>
                  </a:lnTo>
                  <a:lnTo>
                    <a:pt x="3976" y="12507"/>
                  </a:lnTo>
                  <a:lnTo>
                    <a:pt x="4624" y="12864"/>
                  </a:lnTo>
                  <a:lnTo>
                    <a:pt x="5338" y="13199"/>
                  </a:lnTo>
                  <a:lnTo>
                    <a:pt x="6075" y="13534"/>
                  </a:lnTo>
                  <a:lnTo>
                    <a:pt x="6879" y="13869"/>
                  </a:lnTo>
                  <a:lnTo>
                    <a:pt x="6879" y="13869"/>
                  </a:lnTo>
                  <a:lnTo>
                    <a:pt x="7661" y="13557"/>
                  </a:lnTo>
                  <a:lnTo>
                    <a:pt x="8487" y="13266"/>
                  </a:lnTo>
                  <a:lnTo>
                    <a:pt x="9336" y="12976"/>
                  </a:lnTo>
                  <a:lnTo>
                    <a:pt x="10229" y="12708"/>
                  </a:lnTo>
                  <a:lnTo>
                    <a:pt x="11167" y="12440"/>
                  </a:lnTo>
                  <a:lnTo>
                    <a:pt x="12128" y="12172"/>
                  </a:lnTo>
                  <a:lnTo>
                    <a:pt x="13110" y="11904"/>
                  </a:lnTo>
                  <a:lnTo>
                    <a:pt x="14138" y="11658"/>
                  </a:lnTo>
                  <a:lnTo>
                    <a:pt x="15210" y="11413"/>
                  </a:lnTo>
                  <a:lnTo>
                    <a:pt x="16282" y="11189"/>
                  </a:lnTo>
                  <a:lnTo>
                    <a:pt x="17421" y="10966"/>
                  </a:lnTo>
                  <a:lnTo>
                    <a:pt x="18560" y="10743"/>
                  </a:lnTo>
                  <a:lnTo>
                    <a:pt x="20927" y="10318"/>
                  </a:lnTo>
                  <a:lnTo>
                    <a:pt x="23428" y="9961"/>
                  </a:lnTo>
                  <a:lnTo>
                    <a:pt x="25996" y="9626"/>
                  </a:lnTo>
                  <a:lnTo>
                    <a:pt x="28676" y="9336"/>
                  </a:lnTo>
                  <a:lnTo>
                    <a:pt x="31446" y="9068"/>
                  </a:lnTo>
                  <a:lnTo>
                    <a:pt x="34304" y="8867"/>
                  </a:lnTo>
                  <a:lnTo>
                    <a:pt x="37208" y="8688"/>
                  </a:lnTo>
                  <a:lnTo>
                    <a:pt x="40200" y="8576"/>
                  </a:lnTo>
                  <a:lnTo>
                    <a:pt x="43260" y="8509"/>
                  </a:lnTo>
                  <a:lnTo>
                    <a:pt x="46364" y="8487"/>
                  </a:lnTo>
                  <a:lnTo>
                    <a:pt x="46364" y="8487"/>
                  </a:lnTo>
                  <a:lnTo>
                    <a:pt x="49468" y="8509"/>
                  </a:lnTo>
                  <a:lnTo>
                    <a:pt x="52506" y="8576"/>
                  </a:lnTo>
                  <a:lnTo>
                    <a:pt x="55498" y="8688"/>
                  </a:lnTo>
                  <a:lnTo>
                    <a:pt x="58424" y="8867"/>
                  </a:lnTo>
                  <a:lnTo>
                    <a:pt x="61260" y="9068"/>
                  </a:lnTo>
                  <a:lnTo>
                    <a:pt x="64029" y="9336"/>
                  </a:lnTo>
                  <a:lnTo>
                    <a:pt x="66709" y="9626"/>
                  </a:lnTo>
                  <a:lnTo>
                    <a:pt x="69278" y="9961"/>
                  </a:lnTo>
                  <a:lnTo>
                    <a:pt x="71779" y="10318"/>
                  </a:lnTo>
                  <a:lnTo>
                    <a:pt x="74146" y="10743"/>
                  </a:lnTo>
                  <a:lnTo>
                    <a:pt x="75308" y="10966"/>
                  </a:lnTo>
                  <a:lnTo>
                    <a:pt x="76424" y="11189"/>
                  </a:lnTo>
                  <a:lnTo>
                    <a:pt x="77496" y="11413"/>
                  </a:lnTo>
                  <a:lnTo>
                    <a:pt x="78568" y="11658"/>
                  </a:lnTo>
                  <a:lnTo>
                    <a:pt x="79596" y="11904"/>
                  </a:lnTo>
                  <a:lnTo>
                    <a:pt x="80578" y="12172"/>
                  </a:lnTo>
                  <a:lnTo>
                    <a:pt x="81538" y="12440"/>
                  </a:lnTo>
                  <a:lnTo>
                    <a:pt x="82476" y="12708"/>
                  </a:lnTo>
                  <a:lnTo>
                    <a:pt x="83370" y="12976"/>
                  </a:lnTo>
                  <a:lnTo>
                    <a:pt x="84218" y="13266"/>
                  </a:lnTo>
                  <a:lnTo>
                    <a:pt x="85045" y="13557"/>
                  </a:lnTo>
                  <a:lnTo>
                    <a:pt x="85826" y="13869"/>
                  </a:lnTo>
                  <a:lnTo>
                    <a:pt x="85826" y="13869"/>
                  </a:lnTo>
                  <a:lnTo>
                    <a:pt x="86965" y="13378"/>
                  </a:lnTo>
                  <a:lnTo>
                    <a:pt x="88015" y="12887"/>
                  </a:lnTo>
                  <a:lnTo>
                    <a:pt x="88506" y="12641"/>
                  </a:lnTo>
                  <a:lnTo>
                    <a:pt x="88975" y="12395"/>
                  </a:lnTo>
                  <a:lnTo>
                    <a:pt x="89400" y="12127"/>
                  </a:lnTo>
                  <a:lnTo>
                    <a:pt x="89824" y="11859"/>
                  </a:lnTo>
                  <a:lnTo>
                    <a:pt x="89824" y="3998"/>
                  </a:lnTo>
                  <a:lnTo>
                    <a:pt x="89824" y="3998"/>
                  </a:lnTo>
                  <a:lnTo>
                    <a:pt x="89377" y="3708"/>
                  </a:lnTo>
                  <a:lnTo>
                    <a:pt x="88886" y="3440"/>
                  </a:lnTo>
                  <a:lnTo>
                    <a:pt x="88395" y="3149"/>
                  </a:lnTo>
                  <a:lnTo>
                    <a:pt x="87859" y="2881"/>
                  </a:lnTo>
                  <a:lnTo>
                    <a:pt x="87300" y="2613"/>
                  </a:lnTo>
                  <a:lnTo>
                    <a:pt x="86697" y="2368"/>
                  </a:lnTo>
                  <a:lnTo>
                    <a:pt x="86094" y="2100"/>
                  </a:lnTo>
                  <a:lnTo>
                    <a:pt x="85447" y="1854"/>
                  </a:lnTo>
                  <a:lnTo>
                    <a:pt x="84084" y="1363"/>
                  </a:lnTo>
                  <a:lnTo>
                    <a:pt x="82610" y="871"/>
                  </a:lnTo>
                  <a:lnTo>
                    <a:pt x="81047" y="425"/>
                  </a:lnTo>
                  <a:lnTo>
                    <a:pt x="79372" y="0"/>
                  </a:lnTo>
                  <a:lnTo>
                    <a:pt x="79372" y="0"/>
                  </a:lnTo>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293" name="Google Shape;293;p23"/>
            <p:cNvSpPr/>
            <p:nvPr/>
          </p:nvSpPr>
          <p:spPr>
            <a:xfrm>
              <a:off x="4306084" y="2701610"/>
              <a:ext cx="4837921" cy="1036913"/>
            </a:xfrm>
            <a:custGeom>
              <a:avLst/>
              <a:gdLst/>
              <a:ahLst/>
              <a:cxnLst/>
              <a:rect l="l" t="t" r="r" b="b"/>
              <a:pathLst>
                <a:path w="89824" h="19252" fill="none" extrusionOk="0">
                  <a:moveTo>
                    <a:pt x="46364" y="1"/>
                  </a:moveTo>
                  <a:lnTo>
                    <a:pt x="46364" y="1"/>
                  </a:lnTo>
                  <a:lnTo>
                    <a:pt x="43974" y="1"/>
                  </a:lnTo>
                  <a:lnTo>
                    <a:pt x="41607" y="45"/>
                  </a:lnTo>
                  <a:lnTo>
                    <a:pt x="39307" y="135"/>
                  </a:lnTo>
                  <a:lnTo>
                    <a:pt x="37007" y="224"/>
                  </a:lnTo>
                  <a:lnTo>
                    <a:pt x="34773" y="358"/>
                  </a:lnTo>
                  <a:lnTo>
                    <a:pt x="32562" y="492"/>
                  </a:lnTo>
                  <a:lnTo>
                    <a:pt x="30418" y="671"/>
                  </a:lnTo>
                  <a:lnTo>
                    <a:pt x="28319" y="872"/>
                  </a:lnTo>
                  <a:lnTo>
                    <a:pt x="26264" y="1117"/>
                  </a:lnTo>
                  <a:lnTo>
                    <a:pt x="24254" y="1363"/>
                  </a:lnTo>
                  <a:lnTo>
                    <a:pt x="22334" y="1631"/>
                  </a:lnTo>
                  <a:lnTo>
                    <a:pt x="20436" y="1921"/>
                  </a:lnTo>
                  <a:lnTo>
                    <a:pt x="18627" y="2234"/>
                  </a:lnTo>
                  <a:lnTo>
                    <a:pt x="16885" y="2569"/>
                  </a:lnTo>
                  <a:lnTo>
                    <a:pt x="15187" y="2926"/>
                  </a:lnTo>
                  <a:lnTo>
                    <a:pt x="13579" y="3306"/>
                  </a:lnTo>
                  <a:lnTo>
                    <a:pt x="12038" y="3708"/>
                  </a:lnTo>
                  <a:lnTo>
                    <a:pt x="10587" y="4110"/>
                  </a:lnTo>
                  <a:lnTo>
                    <a:pt x="9224" y="4534"/>
                  </a:lnTo>
                  <a:lnTo>
                    <a:pt x="7929" y="4981"/>
                  </a:lnTo>
                  <a:lnTo>
                    <a:pt x="6723" y="5450"/>
                  </a:lnTo>
                  <a:lnTo>
                    <a:pt x="5606" y="5919"/>
                  </a:lnTo>
                  <a:lnTo>
                    <a:pt x="4579" y="6410"/>
                  </a:lnTo>
                  <a:lnTo>
                    <a:pt x="4110" y="6656"/>
                  </a:lnTo>
                  <a:lnTo>
                    <a:pt x="3641" y="6901"/>
                  </a:lnTo>
                  <a:lnTo>
                    <a:pt x="3217" y="7169"/>
                  </a:lnTo>
                  <a:lnTo>
                    <a:pt x="2815" y="7415"/>
                  </a:lnTo>
                  <a:lnTo>
                    <a:pt x="2435" y="7683"/>
                  </a:lnTo>
                  <a:lnTo>
                    <a:pt x="2100" y="7951"/>
                  </a:lnTo>
                  <a:lnTo>
                    <a:pt x="1765" y="8219"/>
                  </a:lnTo>
                  <a:lnTo>
                    <a:pt x="1475" y="8487"/>
                  </a:lnTo>
                  <a:lnTo>
                    <a:pt x="1185" y="8755"/>
                  </a:lnTo>
                  <a:lnTo>
                    <a:pt x="961" y="9023"/>
                  </a:lnTo>
                  <a:lnTo>
                    <a:pt x="738" y="9313"/>
                  </a:lnTo>
                  <a:lnTo>
                    <a:pt x="537" y="9581"/>
                  </a:lnTo>
                  <a:lnTo>
                    <a:pt x="381" y="9872"/>
                  </a:lnTo>
                  <a:lnTo>
                    <a:pt x="247" y="10140"/>
                  </a:lnTo>
                  <a:lnTo>
                    <a:pt x="135" y="10430"/>
                  </a:lnTo>
                  <a:lnTo>
                    <a:pt x="68" y="10720"/>
                  </a:lnTo>
                  <a:lnTo>
                    <a:pt x="23" y="11011"/>
                  </a:lnTo>
                  <a:lnTo>
                    <a:pt x="1" y="11301"/>
                  </a:lnTo>
                  <a:lnTo>
                    <a:pt x="1" y="11301"/>
                  </a:lnTo>
                  <a:lnTo>
                    <a:pt x="23" y="11591"/>
                  </a:lnTo>
                  <a:lnTo>
                    <a:pt x="68" y="11882"/>
                  </a:lnTo>
                  <a:lnTo>
                    <a:pt x="135" y="12172"/>
                  </a:lnTo>
                  <a:lnTo>
                    <a:pt x="247" y="12462"/>
                  </a:lnTo>
                  <a:lnTo>
                    <a:pt x="381" y="12730"/>
                  </a:lnTo>
                  <a:lnTo>
                    <a:pt x="537" y="13021"/>
                  </a:lnTo>
                  <a:lnTo>
                    <a:pt x="716" y="13289"/>
                  </a:lnTo>
                  <a:lnTo>
                    <a:pt x="939" y="13557"/>
                  </a:lnTo>
                  <a:lnTo>
                    <a:pt x="1162" y="13847"/>
                  </a:lnTo>
                  <a:lnTo>
                    <a:pt x="1430" y="14115"/>
                  </a:lnTo>
                  <a:lnTo>
                    <a:pt x="1743" y="14383"/>
                  </a:lnTo>
                  <a:lnTo>
                    <a:pt x="2056" y="14629"/>
                  </a:lnTo>
                  <a:lnTo>
                    <a:pt x="2391" y="14897"/>
                  </a:lnTo>
                  <a:lnTo>
                    <a:pt x="2770" y="15165"/>
                  </a:lnTo>
                  <a:lnTo>
                    <a:pt x="3150" y="15410"/>
                  </a:lnTo>
                  <a:lnTo>
                    <a:pt x="3574" y="15678"/>
                  </a:lnTo>
                  <a:lnTo>
                    <a:pt x="4021" y="15924"/>
                  </a:lnTo>
                  <a:lnTo>
                    <a:pt x="4490" y="16170"/>
                  </a:lnTo>
                  <a:lnTo>
                    <a:pt x="5495" y="16661"/>
                  </a:lnTo>
                  <a:lnTo>
                    <a:pt x="6589" y="17130"/>
                  </a:lnTo>
                  <a:lnTo>
                    <a:pt x="7773" y="17577"/>
                  </a:lnTo>
                  <a:lnTo>
                    <a:pt x="9046" y="18023"/>
                  </a:lnTo>
                  <a:lnTo>
                    <a:pt x="10386" y="18447"/>
                  </a:lnTo>
                  <a:lnTo>
                    <a:pt x="11815" y="18849"/>
                  </a:lnTo>
                  <a:lnTo>
                    <a:pt x="13334" y="19251"/>
                  </a:lnTo>
                  <a:lnTo>
                    <a:pt x="13334" y="19251"/>
                  </a:lnTo>
                  <a:lnTo>
                    <a:pt x="14942" y="18872"/>
                  </a:lnTo>
                  <a:lnTo>
                    <a:pt x="16639" y="18492"/>
                  </a:lnTo>
                  <a:lnTo>
                    <a:pt x="18381" y="18157"/>
                  </a:lnTo>
                  <a:lnTo>
                    <a:pt x="20212" y="17845"/>
                  </a:lnTo>
                  <a:lnTo>
                    <a:pt x="22111" y="17532"/>
                  </a:lnTo>
                  <a:lnTo>
                    <a:pt x="24053" y="17264"/>
                  </a:lnTo>
                  <a:lnTo>
                    <a:pt x="26086" y="16996"/>
                  </a:lnTo>
                  <a:lnTo>
                    <a:pt x="28140" y="16773"/>
                  </a:lnTo>
                  <a:lnTo>
                    <a:pt x="30262" y="16572"/>
                  </a:lnTo>
                  <a:lnTo>
                    <a:pt x="32451" y="16393"/>
                  </a:lnTo>
                  <a:lnTo>
                    <a:pt x="34662" y="16237"/>
                  </a:lnTo>
                  <a:lnTo>
                    <a:pt x="36917" y="16103"/>
                  </a:lnTo>
                  <a:lnTo>
                    <a:pt x="39218" y="15991"/>
                  </a:lnTo>
                  <a:lnTo>
                    <a:pt x="41563" y="15924"/>
                  </a:lnTo>
                  <a:lnTo>
                    <a:pt x="43952" y="15879"/>
                  </a:lnTo>
                  <a:lnTo>
                    <a:pt x="46364" y="15857"/>
                  </a:lnTo>
                  <a:lnTo>
                    <a:pt x="46364" y="15857"/>
                  </a:lnTo>
                  <a:lnTo>
                    <a:pt x="48754" y="15879"/>
                  </a:lnTo>
                  <a:lnTo>
                    <a:pt x="51143" y="15924"/>
                  </a:lnTo>
                  <a:lnTo>
                    <a:pt x="53488" y="15991"/>
                  </a:lnTo>
                  <a:lnTo>
                    <a:pt x="55789" y="16103"/>
                  </a:lnTo>
                  <a:lnTo>
                    <a:pt x="58044" y="16237"/>
                  </a:lnTo>
                  <a:lnTo>
                    <a:pt x="60278" y="16393"/>
                  </a:lnTo>
                  <a:lnTo>
                    <a:pt x="62444" y="16572"/>
                  </a:lnTo>
                  <a:lnTo>
                    <a:pt x="64565" y="16773"/>
                  </a:lnTo>
                  <a:lnTo>
                    <a:pt x="66642" y="16996"/>
                  </a:lnTo>
                  <a:lnTo>
                    <a:pt x="68652" y="17264"/>
                  </a:lnTo>
                  <a:lnTo>
                    <a:pt x="70595" y="17532"/>
                  </a:lnTo>
                  <a:lnTo>
                    <a:pt x="72494" y="17845"/>
                  </a:lnTo>
                  <a:lnTo>
                    <a:pt x="74325" y="18157"/>
                  </a:lnTo>
                  <a:lnTo>
                    <a:pt x="76067" y="18492"/>
                  </a:lnTo>
                  <a:lnTo>
                    <a:pt x="77764" y="18872"/>
                  </a:lnTo>
                  <a:lnTo>
                    <a:pt x="79372" y="19251"/>
                  </a:lnTo>
                  <a:lnTo>
                    <a:pt x="79372" y="19251"/>
                  </a:lnTo>
                  <a:lnTo>
                    <a:pt x="81047" y="18805"/>
                  </a:lnTo>
                  <a:lnTo>
                    <a:pt x="82610" y="18358"/>
                  </a:lnTo>
                  <a:lnTo>
                    <a:pt x="84084" y="17889"/>
                  </a:lnTo>
                  <a:lnTo>
                    <a:pt x="85447" y="17398"/>
                  </a:lnTo>
                  <a:lnTo>
                    <a:pt x="86094" y="17130"/>
                  </a:lnTo>
                  <a:lnTo>
                    <a:pt x="86697" y="16884"/>
                  </a:lnTo>
                  <a:lnTo>
                    <a:pt x="87300" y="16616"/>
                  </a:lnTo>
                  <a:lnTo>
                    <a:pt x="87859" y="16348"/>
                  </a:lnTo>
                  <a:lnTo>
                    <a:pt x="88395" y="16080"/>
                  </a:lnTo>
                  <a:lnTo>
                    <a:pt x="88886" y="15812"/>
                  </a:lnTo>
                  <a:lnTo>
                    <a:pt x="89377" y="15522"/>
                  </a:lnTo>
                  <a:lnTo>
                    <a:pt x="89824" y="15254"/>
                  </a:lnTo>
                  <a:lnTo>
                    <a:pt x="89824" y="7370"/>
                  </a:lnTo>
                  <a:lnTo>
                    <a:pt x="89824" y="7370"/>
                  </a:lnTo>
                  <a:lnTo>
                    <a:pt x="89176" y="6968"/>
                  </a:lnTo>
                  <a:lnTo>
                    <a:pt x="88462" y="6566"/>
                  </a:lnTo>
                  <a:lnTo>
                    <a:pt x="87702" y="6187"/>
                  </a:lnTo>
                  <a:lnTo>
                    <a:pt x="86876" y="5807"/>
                  </a:lnTo>
                  <a:lnTo>
                    <a:pt x="86005" y="5450"/>
                  </a:lnTo>
                  <a:lnTo>
                    <a:pt x="85067" y="5092"/>
                  </a:lnTo>
                  <a:lnTo>
                    <a:pt x="84084" y="4735"/>
                  </a:lnTo>
                  <a:lnTo>
                    <a:pt x="83057" y="4400"/>
                  </a:lnTo>
                  <a:lnTo>
                    <a:pt x="81985" y="4065"/>
                  </a:lnTo>
                  <a:lnTo>
                    <a:pt x="80846" y="3752"/>
                  </a:lnTo>
                  <a:lnTo>
                    <a:pt x="79663" y="3440"/>
                  </a:lnTo>
                  <a:lnTo>
                    <a:pt x="78434" y="3149"/>
                  </a:lnTo>
                  <a:lnTo>
                    <a:pt x="77161" y="2859"/>
                  </a:lnTo>
                  <a:lnTo>
                    <a:pt x="75844" y="2569"/>
                  </a:lnTo>
                  <a:lnTo>
                    <a:pt x="74504" y="2323"/>
                  </a:lnTo>
                  <a:lnTo>
                    <a:pt x="73097" y="2055"/>
                  </a:lnTo>
                  <a:lnTo>
                    <a:pt x="71667" y="1832"/>
                  </a:lnTo>
                  <a:lnTo>
                    <a:pt x="70193" y="1609"/>
                  </a:lnTo>
                  <a:lnTo>
                    <a:pt x="68675" y="1385"/>
                  </a:lnTo>
                  <a:lnTo>
                    <a:pt x="67134" y="1184"/>
                  </a:lnTo>
                  <a:lnTo>
                    <a:pt x="65548" y="1006"/>
                  </a:lnTo>
                  <a:lnTo>
                    <a:pt x="63940" y="827"/>
                  </a:lnTo>
                  <a:lnTo>
                    <a:pt x="62310" y="671"/>
                  </a:lnTo>
                  <a:lnTo>
                    <a:pt x="60635" y="537"/>
                  </a:lnTo>
                  <a:lnTo>
                    <a:pt x="58938" y="425"/>
                  </a:lnTo>
                  <a:lnTo>
                    <a:pt x="57196" y="313"/>
                  </a:lnTo>
                  <a:lnTo>
                    <a:pt x="55454" y="202"/>
                  </a:lnTo>
                  <a:lnTo>
                    <a:pt x="53667" y="135"/>
                  </a:lnTo>
                  <a:lnTo>
                    <a:pt x="51880" y="68"/>
                  </a:lnTo>
                  <a:lnTo>
                    <a:pt x="50049" y="23"/>
                  </a:lnTo>
                  <a:lnTo>
                    <a:pt x="48218" y="1"/>
                  </a:lnTo>
                  <a:lnTo>
                    <a:pt x="46364" y="1"/>
                  </a:lnTo>
                  <a:lnTo>
                    <a:pt x="46364" y="1"/>
                  </a:lnTo>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grpSp>
      <p:sp>
        <p:nvSpPr>
          <p:cNvPr id="294" name="Google Shape;294;p23"/>
          <p:cNvSpPr txBox="1">
            <a:spLocks noGrp="1"/>
          </p:cNvSpPr>
          <p:nvPr>
            <p:ph type="subTitle" idx="1"/>
          </p:nvPr>
        </p:nvSpPr>
        <p:spPr>
          <a:xfrm>
            <a:off x="278850" y="2976125"/>
            <a:ext cx="1387800" cy="11922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5" name="Google Shape;295;p23"/>
          <p:cNvSpPr txBox="1">
            <a:spLocks noGrp="1"/>
          </p:cNvSpPr>
          <p:nvPr>
            <p:ph type="subTitle" idx="3"/>
          </p:nvPr>
        </p:nvSpPr>
        <p:spPr>
          <a:xfrm>
            <a:off x="1720650" y="2589300"/>
            <a:ext cx="1387800" cy="11922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6" name="Google Shape;296;p23"/>
          <p:cNvSpPr txBox="1">
            <a:spLocks noGrp="1"/>
          </p:cNvSpPr>
          <p:nvPr>
            <p:ph type="subTitle" idx="4"/>
          </p:nvPr>
        </p:nvSpPr>
        <p:spPr>
          <a:xfrm>
            <a:off x="3155400" y="2306650"/>
            <a:ext cx="1387800" cy="11922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7" name="Google Shape;297;p23"/>
          <p:cNvSpPr txBox="1">
            <a:spLocks noGrp="1"/>
          </p:cNvSpPr>
          <p:nvPr>
            <p:ph type="subTitle" idx="5"/>
          </p:nvPr>
        </p:nvSpPr>
        <p:spPr>
          <a:xfrm>
            <a:off x="4597200" y="1993200"/>
            <a:ext cx="1387800" cy="11922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8" name="Google Shape;298;p23"/>
          <p:cNvSpPr txBox="1">
            <a:spLocks noGrp="1"/>
          </p:cNvSpPr>
          <p:nvPr>
            <p:ph type="subTitle" idx="6"/>
          </p:nvPr>
        </p:nvSpPr>
        <p:spPr>
          <a:xfrm>
            <a:off x="6031950" y="1649100"/>
            <a:ext cx="1387800" cy="11922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9" name="Google Shape;299;p23"/>
          <p:cNvSpPr txBox="1">
            <a:spLocks noGrp="1"/>
          </p:cNvSpPr>
          <p:nvPr>
            <p:ph type="subTitle" idx="7"/>
          </p:nvPr>
        </p:nvSpPr>
        <p:spPr>
          <a:xfrm>
            <a:off x="7473750" y="1277950"/>
            <a:ext cx="1387800" cy="11922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Clr>
                <a:schemeClr val="lt1"/>
              </a:buClr>
              <a:buSzPts val="1200"/>
              <a:buFont typeface="Sora Light"/>
              <a:buNone/>
              <a:defRPr sz="1200">
                <a:latin typeface="Sora Light"/>
                <a:ea typeface="Sora Light"/>
                <a:cs typeface="Sora Light"/>
                <a:sym typeface="Sora Light"/>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grpSp>
        <p:nvGrpSpPr>
          <p:cNvPr id="300" name="Google Shape;300;p23"/>
          <p:cNvGrpSpPr/>
          <p:nvPr/>
        </p:nvGrpSpPr>
        <p:grpSpPr>
          <a:xfrm>
            <a:off x="2674998" y="2923250"/>
            <a:ext cx="6470027" cy="2221724"/>
            <a:chOff x="2674998" y="2923250"/>
            <a:chExt cx="6470027" cy="2221724"/>
          </a:xfrm>
        </p:grpSpPr>
        <p:sp>
          <p:nvSpPr>
            <p:cNvPr id="301" name="Google Shape;301;p23"/>
            <p:cNvSpPr/>
            <p:nvPr/>
          </p:nvSpPr>
          <p:spPr>
            <a:xfrm flipH="1">
              <a:off x="2674998" y="2923250"/>
              <a:ext cx="6469577" cy="2221028"/>
            </a:xfrm>
            <a:custGeom>
              <a:avLst/>
              <a:gdLst/>
              <a:ahLst/>
              <a:cxnLst/>
              <a:rect l="l" t="t" r="r" b="b"/>
              <a:pathLst>
                <a:path w="409856" h="140705" extrusionOk="0">
                  <a:moveTo>
                    <a:pt x="31655" y="0"/>
                  </a:moveTo>
                  <a:lnTo>
                    <a:pt x="0" y="140608"/>
                  </a:lnTo>
                  <a:lnTo>
                    <a:pt x="198782" y="140640"/>
                  </a:lnTo>
                  <a:lnTo>
                    <a:pt x="409856" y="140705"/>
                  </a:lnTo>
                  <a:close/>
                </a:path>
              </a:pathLst>
            </a:custGeom>
            <a:gradFill>
              <a:gsLst>
                <a:gs pos="0">
                  <a:schemeClr val="accent3"/>
                </a:gs>
                <a:gs pos="35000">
                  <a:schemeClr val="accent3"/>
                </a:gs>
                <a:gs pos="100000">
                  <a:schemeClr val="accent1"/>
                </a:gs>
              </a:gsLst>
              <a:lin ang="8099331" scaled="0"/>
            </a:gradFill>
            <a:ln>
              <a:noFill/>
            </a:ln>
          </p:spPr>
        </p:sp>
        <p:sp>
          <p:nvSpPr>
            <p:cNvPr id="302" name="Google Shape;302;p23"/>
            <p:cNvSpPr/>
            <p:nvPr/>
          </p:nvSpPr>
          <p:spPr>
            <a:xfrm flipH="1">
              <a:off x="8645446" y="2924025"/>
              <a:ext cx="499579" cy="2220949"/>
            </a:xfrm>
            <a:custGeom>
              <a:avLst/>
              <a:gdLst/>
              <a:ahLst/>
              <a:cxnLst/>
              <a:rect l="l" t="t" r="r" b="b"/>
              <a:pathLst>
                <a:path w="31649" h="140700" extrusionOk="0">
                  <a:moveTo>
                    <a:pt x="31649" y="0"/>
                  </a:moveTo>
                  <a:lnTo>
                    <a:pt x="0" y="140700"/>
                  </a:lnTo>
                  <a:lnTo>
                    <a:pt x="65" y="53185"/>
                  </a:lnTo>
                  <a:close/>
                </a:path>
              </a:pathLst>
            </a:custGeom>
            <a:solidFill>
              <a:schemeClr val="accent5"/>
            </a:solidFill>
            <a:ln>
              <a:noFill/>
            </a:ln>
          </p:spPr>
        </p:sp>
      </p:grpSp>
      <p:sp>
        <p:nvSpPr>
          <p:cNvPr id="303" name="Google Shape;303;p23"/>
          <p:cNvSpPr txBox="1">
            <a:spLocks noGrp="1"/>
          </p:cNvSpPr>
          <p:nvPr>
            <p:ph type="title" idx="8"/>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body - Alt 2">
  <p:cSld name="BLANK_1_1_1_1_1_1_1_1_1_1_7">
    <p:spTree>
      <p:nvGrpSpPr>
        <p:cNvPr id="1" name="Shape 304"/>
        <p:cNvGrpSpPr/>
        <p:nvPr/>
      </p:nvGrpSpPr>
      <p:grpSpPr>
        <a:xfrm>
          <a:off x="0" y="0"/>
          <a:ext cx="0" cy="0"/>
          <a:chOff x="0" y="0"/>
          <a:chExt cx="0" cy="0"/>
        </a:xfrm>
      </p:grpSpPr>
      <p:sp>
        <p:nvSpPr>
          <p:cNvPr id="305" name="Google Shape;305;p24"/>
          <p:cNvSpPr/>
          <p:nvPr/>
        </p:nvSpPr>
        <p:spPr>
          <a:xfrm>
            <a:off x="5050850" y="3243900"/>
            <a:ext cx="4093093" cy="1899657"/>
          </a:xfrm>
          <a:custGeom>
            <a:avLst/>
            <a:gdLst/>
            <a:ahLst/>
            <a:cxnLst/>
            <a:rect l="l" t="t" r="r" b="b"/>
            <a:pathLst>
              <a:path w="115714" h="54955" fill="none" extrusionOk="0">
                <a:moveTo>
                  <a:pt x="115714" y="0"/>
                </a:moveTo>
                <a:lnTo>
                  <a:pt x="115714" y="0"/>
                </a:lnTo>
                <a:lnTo>
                  <a:pt x="113184" y="224"/>
                </a:lnTo>
                <a:lnTo>
                  <a:pt x="110579" y="447"/>
                </a:lnTo>
                <a:lnTo>
                  <a:pt x="107938" y="744"/>
                </a:lnTo>
                <a:lnTo>
                  <a:pt x="105296" y="1079"/>
                </a:lnTo>
                <a:lnTo>
                  <a:pt x="102580" y="1451"/>
                </a:lnTo>
                <a:lnTo>
                  <a:pt x="99827" y="1898"/>
                </a:lnTo>
                <a:lnTo>
                  <a:pt x="97036" y="2382"/>
                </a:lnTo>
                <a:lnTo>
                  <a:pt x="94208" y="2902"/>
                </a:lnTo>
                <a:lnTo>
                  <a:pt x="91381" y="3461"/>
                </a:lnTo>
                <a:lnTo>
                  <a:pt x="88516" y="4093"/>
                </a:lnTo>
                <a:lnTo>
                  <a:pt x="85614" y="4763"/>
                </a:lnTo>
                <a:lnTo>
                  <a:pt x="82674" y="5470"/>
                </a:lnTo>
                <a:lnTo>
                  <a:pt x="79735" y="6251"/>
                </a:lnTo>
                <a:lnTo>
                  <a:pt x="76758" y="7032"/>
                </a:lnTo>
                <a:lnTo>
                  <a:pt x="73782" y="7925"/>
                </a:lnTo>
                <a:lnTo>
                  <a:pt x="70805" y="8818"/>
                </a:lnTo>
                <a:lnTo>
                  <a:pt x="70805" y="8818"/>
                </a:lnTo>
                <a:lnTo>
                  <a:pt x="67308" y="9935"/>
                </a:lnTo>
                <a:lnTo>
                  <a:pt x="63885" y="11088"/>
                </a:lnTo>
                <a:lnTo>
                  <a:pt x="60499" y="12279"/>
                </a:lnTo>
                <a:lnTo>
                  <a:pt x="57187" y="13506"/>
                </a:lnTo>
                <a:lnTo>
                  <a:pt x="53950" y="14772"/>
                </a:lnTo>
                <a:lnTo>
                  <a:pt x="50788" y="16074"/>
                </a:lnTo>
                <a:lnTo>
                  <a:pt x="47662" y="17413"/>
                </a:lnTo>
                <a:lnTo>
                  <a:pt x="44611" y="18753"/>
                </a:lnTo>
                <a:lnTo>
                  <a:pt x="41635" y="20167"/>
                </a:lnTo>
                <a:lnTo>
                  <a:pt x="38770" y="21580"/>
                </a:lnTo>
                <a:lnTo>
                  <a:pt x="35942" y="22994"/>
                </a:lnTo>
                <a:lnTo>
                  <a:pt x="33226" y="24445"/>
                </a:lnTo>
                <a:lnTo>
                  <a:pt x="30547" y="25934"/>
                </a:lnTo>
                <a:lnTo>
                  <a:pt x="28017" y="27422"/>
                </a:lnTo>
                <a:lnTo>
                  <a:pt x="25524" y="28947"/>
                </a:lnTo>
                <a:lnTo>
                  <a:pt x="23180" y="30473"/>
                </a:lnTo>
                <a:lnTo>
                  <a:pt x="20873" y="31998"/>
                </a:lnTo>
                <a:lnTo>
                  <a:pt x="18715" y="33561"/>
                </a:lnTo>
                <a:lnTo>
                  <a:pt x="16632" y="35086"/>
                </a:lnTo>
                <a:lnTo>
                  <a:pt x="14660" y="36649"/>
                </a:lnTo>
                <a:lnTo>
                  <a:pt x="12762" y="38212"/>
                </a:lnTo>
                <a:lnTo>
                  <a:pt x="11013" y="39775"/>
                </a:lnTo>
                <a:lnTo>
                  <a:pt x="9376" y="41337"/>
                </a:lnTo>
                <a:lnTo>
                  <a:pt x="7814" y="42900"/>
                </a:lnTo>
                <a:lnTo>
                  <a:pt x="6400" y="44425"/>
                </a:lnTo>
                <a:lnTo>
                  <a:pt x="5098" y="45988"/>
                </a:lnTo>
                <a:lnTo>
                  <a:pt x="4502" y="46732"/>
                </a:lnTo>
                <a:lnTo>
                  <a:pt x="3944" y="47514"/>
                </a:lnTo>
                <a:lnTo>
                  <a:pt x="3386" y="48258"/>
                </a:lnTo>
                <a:lnTo>
                  <a:pt x="2902" y="49039"/>
                </a:lnTo>
                <a:lnTo>
                  <a:pt x="2419" y="49783"/>
                </a:lnTo>
                <a:lnTo>
                  <a:pt x="1972" y="50527"/>
                </a:lnTo>
                <a:lnTo>
                  <a:pt x="1563" y="51272"/>
                </a:lnTo>
                <a:lnTo>
                  <a:pt x="1191" y="52016"/>
                </a:lnTo>
                <a:lnTo>
                  <a:pt x="819" y="52760"/>
                </a:lnTo>
                <a:lnTo>
                  <a:pt x="521" y="53504"/>
                </a:lnTo>
                <a:lnTo>
                  <a:pt x="223" y="54248"/>
                </a:lnTo>
                <a:lnTo>
                  <a:pt x="0" y="54955"/>
                </a:lnTo>
                <a:lnTo>
                  <a:pt x="115714" y="54955"/>
                </a:lnTo>
                <a:lnTo>
                  <a:pt x="115714" y="0"/>
                </a:lnTo>
                <a:lnTo>
                  <a:pt x="115714" y="0"/>
                </a:lnTo>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306" name="Google Shape;306;p24"/>
          <p:cNvSpPr/>
          <p:nvPr/>
        </p:nvSpPr>
        <p:spPr>
          <a:xfrm>
            <a:off x="6123025" y="-3887"/>
            <a:ext cx="3022650" cy="837525"/>
          </a:xfrm>
          <a:custGeom>
            <a:avLst/>
            <a:gdLst/>
            <a:ahLst/>
            <a:cxnLst/>
            <a:rect l="l" t="t" r="r" b="b"/>
            <a:pathLst>
              <a:path w="120906" h="33501" extrusionOk="0">
                <a:moveTo>
                  <a:pt x="0" y="1"/>
                </a:moveTo>
                <a:lnTo>
                  <a:pt x="36409" y="33501"/>
                </a:lnTo>
                <a:lnTo>
                  <a:pt x="120847" y="20748"/>
                </a:lnTo>
                <a:lnTo>
                  <a:pt x="120906" y="0"/>
                </a:lnTo>
                <a:close/>
              </a:path>
            </a:pathLst>
          </a:custGeom>
          <a:gradFill>
            <a:gsLst>
              <a:gs pos="0">
                <a:schemeClr val="accent2"/>
              </a:gs>
              <a:gs pos="37000">
                <a:schemeClr val="lt2"/>
              </a:gs>
              <a:gs pos="92000">
                <a:schemeClr val="accent1"/>
              </a:gs>
              <a:gs pos="100000">
                <a:schemeClr val="accent1"/>
              </a:gs>
            </a:gsLst>
            <a:lin ang="10800025" scaled="0"/>
          </a:gradFill>
          <a:ln>
            <a:noFill/>
          </a:ln>
          <a:effectLst>
            <a:outerShdw blurRad="700088" dist="219075" dir="5700000" algn="bl" rotWithShape="0">
              <a:schemeClr val="lt2">
                <a:alpha val="40000"/>
              </a:schemeClr>
            </a:outerShdw>
          </a:effectLst>
        </p:spPr>
      </p:sp>
      <p:sp>
        <p:nvSpPr>
          <p:cNvPr id="307" name="Google Shape;307;p24"/>
          <p:cNvSpPr txBox="1">
            <a:spLocks noGrp="1"/>
          </p:cNvSpPr>
          <p:nvPr>
            <p:ph type="title"/>
          </p:nvPr>
        </p:nvSpPr>
        <p:spPr>
          <a:xfrm>
            <a:off x="1143300" y="1526963"/>
            <a:ext cx="2197500" cy="402000"/>
          </a:xfrm>
          <a:prstGeom prst="rect">
            <a:avLst/>
          </a:prstGeom>
        </p:spPr>
        <p:txBody>
          <a:bodyPr spcFirstLastPara="1" wrap="square" lIns="91425" tIns="91425" rIns="91425" bIns="91425" anchor="b" anchorCtr="0">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latin typeface="Sora Medium"/>
                <a:ea typeface="Sora Medium"/>
                <a:cs typeface="Sora Medium"/>
                <a:sym typeface="Sora Medium"/>
              </a:defRPr>
            </a:lvl9pPr>
          </a:lstStyle>
          <a:p>
            <a:endParaRPr/>
          </a:p>
        </p:txBody>
      </p:sp>
      <p:sp>
        <p:nvSpPr>
          <p:cNvPr id="308" name="Google Shape;308;p24"/>
          <p:cNvSpPr txBox="1">
            <a:spLocks noGrp="1"/>
          </p:cNvSpPr>
          <p:nvPr>
            <p:ph type="title" idx="2"/>
          </p:nvPr>
        </p:nvSpPr>
        <p:spPr>
          <a:xfrm>
            <a:off x="3820750" y="1526963"/>
            <a:ext cx="2197500" cy="402000"/>
          </a:xfrm>
          <a:prstGeom prst="rect">
            <a:avLst/>
          </a:prstGeom>
        </p:spPr>
        <p:txBody>
          <a:bodyPr spcFirstLastPara="1" wrap="square" lIns="0" tIns="91425" rIns="91425" bIns="91425" anchor="b" anchorCtr="0">
            <a:noAutofit/>
          </a:bodyPr>
          <a:lstStyle>
            <a:lvl1pPr lvl="0">
              <a:spcBef>
                <a:spcPts val="0"/>
              </a:spcBef>
              <a:spcAft>
                <a:spcPts val="0"/>
              </a:spcAft>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309" name="Google Shape;309;p24"/>
          <p:cNvSpPr txBox="1">
            <a:spLocks noGrp="1"/>
          </p:cNvSpPr>
          <p:nvPr>
            <p:ph type="title" idx="3"/>
          </p:nvPr>
        </p:nvSpPr>
        <p:spPr>
          <a:xfrm>
            <a:off x="1129950" y="1992625"/>
            <a:ext cx="2024700" cy="6888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10" name="Google Shape;310;p24"/>
          <p:cNvSpPr txBox="1">
            <a:spLocks noGrp="1"/>
          </p:cNvSpPr>
          <p:nvPr>
            <p:ph type="title" idx="4"/>
          </p:nvPr>
        </p:nvSpPr>
        <p:spPr>
          <a:xfrm>
            <a:off x="1129950" y="2801602"/>
            <a:ext cx="2024700" cy="6888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11" name="Google Shape;311;p24"/>
          <p:cNvSpPr txBox="1">
            <a:spLocks noGrp="1"/>
          </p:cNvSpPr>
          <p:nvPr>
            <p:ph type="title" idx="5"/>
          </p:nvPr>
        </p:nvSpPr>
        <p:spPr>
          <a:xfrm>
            <a:off x="1129950" y="3610580"/>
            <a:ext cx="2024700" cy="6888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12" name="Google Shape;312;p24"/>
          <p:cNvSpPr txBox="1">
            <a:spLocks noGrp="1"/>
          </p:cNvSpPr>
          <p:nvPr>
            <p:ph type="title" idx="6"/>
          </p:nvPr>
        </p:nvSpPr>
        <p:spPr>
          <a:xfrm>
            <a:off x="3820750" y="1992625"/>
            <a:ext cx="3350700" cy="688800"/>
          </a:xfrm>
          <a:prstGeom prst="rect">
            <a:avLst/>
          </a:prstGeom>
        </p:spPr>
        <p:txBody>
          <a:bodyPr spcFirstLastPara="1" wrap="square" lIns="0" tIns="91425" rIns="91425" bIns="91425" anchor="t" anchorCtr="0">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13" name="Google Shape;313;p24"/>
          <p:cNvSpPr txBox="1">
            <a:spLocks noGrp="1"/>
          </p:cNvSpPr>
          <p:nvPr>
            <p:ph type="title" idx="7"/>
          </p:nvPr>
        </p:nvSpPr>
        <p:spPr>
          <a:xfrm>
            <a:off x="3820750" y="2801550"/>
            <a:ext cx="3350700" cy="688800"/>
          </a:xfrm>
          <a:prstGeom prst="rect">
            <a:avLst/>
          </a:prstGeom>
        </p:spPr>
        <p:txBody>
          <a:bodyPr spcFirstLastPara="1" wrap="square" lIns="0" tIns="91425" rIns="91425" bIns="91425" anchor="t" anchorCtr="0">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14" name="Google Shape;314;p24"/>
          <p:cNvSpPr txBox="1">
            <a:spLocks noGrp="1"/>
          </p:cNvSpPr>
          <p:nvPr>
            <p:ph type="title" idx="8"/>
          </p:nvPr>
        </p:nvSpPr>
        <p:spPr>
          <a:xfrm>
            <a:off x="3820750" y="3610475"/>
            <a:ext cx="3350700" cy="688800"/>
          </a:xfrm>
          <a:prstGeom prst="rect">
            <a:avLst/>
          </a:prstGeom>
        </p:spPr>
        <p:txBody>
          <a:bodyPr spcFirstLastPara="1" wrap="square" lIns="0" tIns="91425" rIns="91425" bIns="91425" anchor="t" anchorCtr="0">
            <a:noAutofit/>
          </a:bodyPr>
          <a:lstStyle>
            <a:lvl1pPr lvl="0">
              <a:spcBef>
                <a:spcPts val="0"/>
              </a:spcBef>
              <a:spcAft>
                <a:spcPts val="0"/>
              </a:spcAft>
              <a:buClr>
                <a:schemeClr val="lt1"/>
              </a:buClr>
              <a:buSzPts val="1000"/>
              <a:buFont typeface="Sora"/>
              <a:buNone/>
              <a:defRPr sz="1000">
                <a:latin typeface="Sora"/>
                <a:ea typeface="Sora"/>
                <a:cs typeface="Sora"/>
                <a:sym typeface="Sora"/>
              </a:defRPr>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15" name="Google Shape;315;p24"/>
          <p:cNvSpPr txBox="1">
            <a:spLocks noGrp="1"/>
          </p:cNvSpPr>
          <p:nvPr>
            <p:ph type="title" idx="9"/>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316" name="Google Shape;316;p24"/>
          <p:cNvSpPr txBox="1">
            <a:spLocks noGrp="1"/>
          </p:cNvSpPr>
          <p:nvPr>
            <p:ph type="title" idx="13"/>
          </p:nvPr>
        </p:nvSpPr>
        <p:spPr>
          <a:xfrm>
            <a:off x="115025" y="502775"/>
            <a:ext cx="6440400" cy="6888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317" name="Google Shape;317;p24"/>
          <p:cNvSpPr txBox="1">
            <a:spLocks noGrp="1"/>
          </p:cNvSpPr>
          <p:nvPr>
            <p:ph type="title" idx="14"/>
          </p:nvPr>
        </p:nvSpPr>
        <p:spPr>
          <a:xfrm>
            <a:off x="228600" y="2127325"/>
            <a:ext cx="739800" cy="4194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a:endParaRPr/>
          </a:p>
        </p:txBody>
      </p:sp>
      <p:sp>
        <p:nvSpPr>
          <p:cNvPr id="318" name="Google Shape;318;p24"/>
          <p:cNvSpPr txBox="1">
            <a:spLocks noGrp="1"/>
          </p:cNvSpPr>
          <p:nvPr>
            <p:ph type="title" idx="15"/>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
        <p:nvSpPr>
          <p:cNvPr id="319" name="Google Shape;319;p24"/>
          <p:cNvSpPr txBox="1">
            <a:spLocks noGrp="1"/>
          </p:cNvSpPr>
          <p:nvPr>
            <p:ph type="title" idx="16"/>
          </p:nvPr>
        </p:nvSpPr>
        <p:spPr>
          <a:xfrm>
            <a:off x="228600" y="2936225"/>
            <a:ext cx="739800" cy="4194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a:endParaRPr/>
          </a:p>
        </p:txBody>
      </p:sp>
      <p:sp>
        <p:nvSpPr>
          <p:cNvPr id="320" name="Google Shape;320;p24"/>
          <p:cNvSpPr txBox="1">
            <a:spLocks noGrp="1"/>
          </p:cNvSpPr>
          <p:nvPr>
            <p:ph type="title" idx="17"/>
          </p:nvPr>
        </p:nvSpPr>
        <p:spPr>
          <a:xfrm>
            <a:off x="228600" y="3745125"/>
            <a:ext cx="739800" cy="4194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000"/>
              <a:buFont typeface="Sora"/>
              <a:buNone/>
              <a:defRPr sz="1000">
                <a:latin typeface="Sora"/>
                <a:ea typeface="Sora"/>
                <a:cs typeface="Sora"/>
                <a:sym typeface="Sora"/>
              </a:defRPr>
            </a:lvl1pPr>
            <a:lvl2pPr lvl="1" algn="ctr">
              <a:spcBef>
                <a:spcPts val="0"/>
              </a:spcBef>
              <a:spcAft>
                <a:spcPts val="0"/>
              </a:spcAft>
              <a:buClr>
                <a:schemeClr val="lt1"/>
              </a:buClr>
              <a:buSzPts val="3000"/>
              <a:buFont typeface="Sora"/>
              <a:buNone/>
              <a:defRPr>
                <a:solidFill>
                  <a:schemeClr val="lt1"/>
                </a:solidFill>
                <a:latin typeface="Sora"/>
                <a:ea typeface="Sora"/>
                <a:cs typeface="Sora"/>
                <a:sym typeface="Sora"/>
              </a:defRPr>
            </a:lvl2pPr>
            <a:lvl3pPr lvl="2" algn="ctr">
              <a:spcBef>
                <a:spcPts val="0"/>
              </a:spcBef>
              <a:spcAft>
                <a:spcPts val="0"/>
              </a:spcAft>
              <a:buClr>
                <a:schemeClr val="lt1"/>
              </a:buClr>
              <a:buSzPts val="3000"/>
              <a:buFont typeface="Sora"/>
              <a:buNone/>
              <a:defRPr>
                <a:solidFill>
                  <a:schemeClr val="lt1"/>
                </a:solidFill>
                <a:latin typeface="Sora"/>
                <a:ea typeface="Sora"/>
                <a:cs typeface="Sora"/>
                <a:sym typeface="Sora"/>
              </a:defRPr>
            </a:lvl3pPr>
            <a:lvl4pPr lvl="3" algn="ctr">
              <a:spcBef>
                <a:spcPts val="0"/>
              </a:spcBef>
              <a:spcAft>
                <a:spcPts val="0"/>
              </a:spcAft>
              <a:buClr>
                <a:schemeClr val="lt1"/>
              </a:buClr>
              <a:buSzPts val="3000"/>
              <a:buFont typeface="Sora"/>
              <a:buNone/>
              <a:defRPr>
                <a:solidFill>
                  <a:schemeClr val="lt1"/>
                </a:solidFill>
                <a:latin typeface="Sora"/>
                <a:ea typeface="Sora"/>
                <a:cs typeface="Sora"/>
                <a:sym typeface="Sora"/>
              </a:defRPr>
            </a:lvl4pPr>
            <a:lvl5pPr lvl="4" algn="ctr">
              <a:spcBef>
                <a:spcPts val="0"/>
              </a:spcBef>
              <a:spcAft>
                <a:spcPts val="0"/>
              </a:spcAft>
              <a:buClr>
                <a:schemeClr val="lt1"/>
              </a:buClr>
              <a:buSzPts val="3000"/>
              <a:buFont typeface="Sora"/>
              <a:buNone/>
              <a:defRPr>
                <a:solidFill>
                  <a:schemeClr val="lt1"/>
                </a:solidFill>
                <a:latin typeface="Sora"/>
                <a:ea typeface="Sora"/>
                <a:cs typeface="Sora"/>
                <a:sym typeface="Sora"/>
              </a:defRPr>
            </a:lvl5pPr>
            <a:lvl6pPr lvl="5" algn="ctr">
              <a:spcBef>
                <a:spcPts val="0"/>
              </a:spcBef>
              <a:spcAft>
                <a:spcPts val="0"/>
              </a:spcAft>
              <a:buClr>
                <a:schemeClr val="lt1"/>
              </a:buClr>
              <a:buSzPts val="3000"/>
              <a:buFont typeface="Sora"/>
              <a:buNone/>
              <a:defRPr>
                <a:solidFill>
                  <a:schemeClr val="lt1"/>
                </a:solidFill>
                <a:latin typeface="Sora"/>
                <a:ea typeface="Sora"/>
                <a:cs typeface="Sora"/>
                <a:sym typeface="Sora"/>
              </a:defRPr>
            </a:lvl6pPr>
            <a:lvl7pPr lvl="6" algn="ctr">
              <a:spcBef>
                <a:spcPts val="0"/>
              </a:spcBef>
              <a:spcAft>
                <a:spcPts val="0"/>
              </a:spcAft>
              <a:buClr>
                <a:schemeClr val="lt1"/>
              </a:buClr>
              <a:buSzPts val="3000"/>
              <a:buFont typeface="Sora"/>
              <a:buNone/>
              <a:defRPr>
                <a:solidFill>
                  <a:schemeClr val="lt1"/>
                </a:solidFill>
                <a:latin typeface="Sora"/>
                <a:ea typeface="Sora"/>
                <a:cs typeface="Sora"/>
                <a:sym typeface="Sora"/>
              </a:defRPr>
            </a:lvl7pPr>
            <a:lvl8pPr lvl="7" algn="ctr">
              <a:spcBef>
                <a:spcPts val="0"/>
              </a:spcBef>
              <a:spcAft>
                <a:spcPts val="0"/>
              </a:spcAft>
              <a:buClr>
                <a:schemeClr val="lt1"/>
              </a:buClr>
              <a:buSzPts val="3000"/>
              <a:buFont typeface="Sora"/>
              <a:buNone/>
              <a:defRPr>
                <a:solidFill>
                  <a:schemeClr val="lt1"/>
                </a:solidFill>
                <a:latin typeface="Sora"/>
                <a:ea typeface="Sora"/>
                <a:cs typeface="Sora"/>
                <a:sym typeface="Sora"/>
              </a:defRPr>
            </a:lvl8pPr>
            <a:lvl9pPr lvl="8" algn="ctr">
              <a:spcBef>
                <a:spcPts val="0"/>
              </a:spcBef>
              <a:spcAft>
                <a:spcPts val="0"/>
              </a:spcAft>
              <a:buClr>
                <a:schemeClr val="lt1"/>
              </a:buClr>
              <a:buSzPts val="3000"/>
              <a:buFont typeface="Sora"/>
              <a:buNone/>
              <a:defRPr>
                <a:solidFill>
                  <a:schemeClr val="lt1"/>
                </a:solidFill>
                <a:latin typeface="Sora"/>
                <a:ea typeface="Sora"/>
                <a:cs typeface="Sora"/>
                <a:sym typeface="Sora"/>
              </a:defRPr>
            </a:lvl9pPr>
          </a:lstStyle>
          <a:p>
            <a:endParaRPr/>
          </a:p>
        </p:txBody>
      </p:sp>
    </p:spTree>
  </p:cSld>
  <p:clrMapOvr>
    <a:masterClrMapping/>
  </p:clrMapOvr>
  <p:extLst>
    <p:ext uri="{DCECCB84-F9BA-43D5-87BE-67443E8EF086}">
      <p15:sldGuideLst xmlns:p15="http://schemas.microsoft.com/office/powerpoint/2012/main">
        <p15:guide id="1" orient="horz" pos="1241">
          <p15:clr>
            <a:srgbClr val="E46962"/>
          </p15:clr>
        </p15:guide>
        <p15:guide id="2" orient="horz" pos="1755">
          <p15:clr>
            <a:srgbClr val="E46962"/>
          </p15:clr>
        </p15:guide>
        <p15:guide id="3" orient="horz" pos="2267">
          <p15:clr>
            <a:srgbClr val="E46962"/>
          </p15:clr>
        </p15:guide>
        <p15:guide id="4" orient="horz" pos="2778">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and chart">
  <p:cSld name="BLANK_1_1_1_1_1_1_1_1_1_1_7_1">
    <p:spTree>
      <p:nvGrpSpPr>
        <p:cNvPr id="1" name="Shape 321"/>
        <p:cNvGrpSpPr/>
        <p:nvPr/>
      </p:nvGrpSpPr>
      <p:grpSpPr>
        <a:xfrm>
          <a:off x="0" y="0"/>
          <a:ext cx="0" cy="0"/>
          <a:chOff x="0" y="0"/>
          <a:chExt cx="0" cy="0"/>
        </a:xfrm>
      </p:grpSpPr>
      <p:sp>
        <p:nvSpPr>
          <p:cNvPr id="322" name="Google Shape;322;p25"/>
          <p:cNvSpPr/>
          <p:nvPr/>
        </p:nvSpPr>
        <p:spPr>
          <a:xfrm rot="-1079220" flipH="1">
            <a:off x="-2010221" y="4250160"/>
            <a:ext cx="4477637" cy="804981"/>
          </a:xfrm>
          <a:prstGeom prst="chord">
            <a:avLst>
              <a:gd name="adj1" fmla="val 2752926"/>
              <a:gd name="adj2" fmla="val 1719354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nvGrpSpPr>
          <p:cNvPr id="323" name="Google Shape;323;p25"/>
          <p:cNvGrpSpPr/>
          <p:nvPr/>
        </p:nvGrpSpPr>
        <p:grpSpPr>
          <a:xfrm rot="-5400000">
            <a:off x="4030013" y="41713"/>
            <a:ext cx="1026300" cy="9201675"/>
            <a:chOff x="670045" y="-5692564"/>
            <a:chExt cx="1026300" cy="9201675"/>
          </a:xfrm>
        </p:grpSpPr>
        <p:sp>
          <p:nvSpPr>
            <p:cNvPr id="324" name="Google Shape;324;p25"/>
            <p:cNvSpPr/>
            <p:nvPr/>
          </p:nvSpPr>
          <p:spPr>
            <a:xfrm>
              <a:off x="675320" y="-5692564"/>
              <a:ext cx="1010925" cy="7239975"/>
            </a:xfrm>
            <a:custGeom>
              <a:avLst/>
              <a:gdLst/>
              <a:ahLst/>
              <a:cxnLst/>
              <a:rect l="l" t="t" r="r" b="b"/>
              <a:pathLst>
                <a:path w="40437" h="289599" extrusionOk="0">
                  <a:moveTo>
                    <a:pt x="40437" y="287489"/>
                  </a:moveTo>
                  <a:lnTo>
                    <a:pt x="0" y="0"/>
                  </a:lnTo>
                  <a:lnTo>
                    <a:pt x="242" y="276278"/>
                  </a:lnTo>
                  <a:lnTo>
                    <a:pt x="238" y="289599"/>
                  </a:lnTo>
                  <a:close/>
                </a:path>
              </a:pathLst>
            </a:custGeom>
            <a:solidFill>
              <a:schemeClr val="lt1"/>
            </a:solidFill>
            <a:ln>
              <a:noFill/>
            </a:ln>
          </p:spPr>
        </p:sp>
        <p:sp>
          <p:nvSpPr>
            <p:cNvPr id="325" name="Google Shape;325;p25"/>
            <p:cNvSpPr/>
            <p:nvPr/>
          </p:nvSpPr>
          <p:spPr>
            <a:xfrm>
              <a:off x="670045" y="1494661"/>
              <a:ext cx="1026300" cy="2014450"/>
            </a:xfrm>
            <a:custGeom>
              <a:avLst/>
              <a:gdLst/>
              <a:ahLst/>
              <a:cxnLst/>
              <a:rect l="l" t="t" r="r" b="b"/>
              <a:pathLst>
                <a:path w="41052" h="80578" extrusionOk="0">
                  <a:moveTo>
                    <a:pt x="499" y="80578"/>
                  </a:moveTo>
                  <a:lnTo>
                    <a:pt x="15982" y="73724"/>
                  </a:lnTo>
                  <a:lnTo>
                    <a:pt x="41052" y="0"/>
                  </a:lnTo>
                  <a:lnTo>
                    <a:pt x="472" y="1824"/>
                  </a:lnTo>
                  <a:lnTo>
                    <a:pt x="0" y="39674"/>
                  </a:lnTo>
                  <a:close/>
                </a:path>
              </a:pathLst>
            </a:custGeom>
            <a:gradFill>
              <a:gsLst>
                <a:gs pos="0">
                  <a:schemeClr val="accent2"/>
                </a:gs>
                <a:gs pos="37000">
                  <a:schemeClr val="lt2"/>
                </a:gs>
                <a:gs pos="92000">
                  <a:schemeClr val="accent1"/>
                </a:gs>
                <a:gs pos="100000">
                  <a:schemeClr val="accent1"/>
                </a:gs>
              </a:gsLst>
              <a:lin ang="13500032" scaled="0"/>
            </a:gradFill>
            <a:ln>
              <a:noFill/>
            </a:ln>
          </p:spPr>
        </p:sp>
      </p:grpSp>
      <p:sp>
        <p:nvSpPr>
          <p:cNvPr id="326" name="Google Shape;326;p25"/>
          <p:cNvSpPr txBox="1">
            <a:spLocks noGrp="1"/>
          </p:cNvSpPr>
          <p:nvPr>
            <p:ph type="title"/>
          </p:nvPr>
        </p:nvSpPr>
        <p:spPr>
          <a:xfrm>
            <a:off x="3720025" y="1709075"/>
            <a:ext cx="1665300" cy="19380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latin typeface="Sora"/>
                <a:ea typeface="Sora"/>
                <a:cs typeface="Sora"/>
                <a:sym typeface="Sora"/>
              </a:defRPr>
            </a:lvl2pPr>
            <a:lvl3pPr lvl="2">
              <a:spcBef>
                <a:spcPts val="0"/>
              </a:spcBef>
              <a:spcAft>
                <a:spcPts val="0"/>
              </a:spcAft>
              <a:buClr>
                <a:schemeClr val="lt1"/>
              </a:buClr>
              <a:buSzPts val="1000"/>
              <a:buFont typeface="Sora"/>
              <a:buNone/>
              <a:defRPr sz="1000">
                <a:latin typeface="Sora"/>
                <a:ea typeface="Sora"/>
                <a:cs typeface="Sora"/>
                <a:sym typeface="Sora"/>
              </a:defRPr>
            </a:lvl3pPr>
            <a:lvl4pPr lvl="3">
              <a:spcBef>
                <a:spcPts val="0"/>
              </a:spcBef>
              <a:spcAft>
                <a:spcPts val="0"/>
              </a:spcAft>
              <a:buClr>
                <a:schemeClr val="lt1"/>
              </a:buClr>
              <a:buSzPts val="1000"/>
              <a:buFont typeface="Sora"/>
              <a:buNone/>
              <a:defRPr sz="1000">
                <a:latin typeface="Sora"/>
                <a:ea typeface="Sora"/>
                <a:cs typeface="Sora"/>
                <a:sym typeface="Sora"/>
              </a:defRPr>
            </a:lvl4pPr>
            <a:lvl5pPr lvl="4">
              <a:spcBef>
                <a:spcPts val="0"/>
              </a:spcBef>
              <a:spcAft>
                <a:spcPts val="0"/>
              </a:spcAft>
              <a:buClr>
                <a:schemeClr val="lt1"/>
              </a:buClr>
              <a:buSzPts val="1000"/>
              <a:buFont typeface="Sora"/>
              <a:buNone/>
              <a:defRPr sz="1000">
                <a:latin typeface="Sora"/>
                <a:ea typeface="Sora"/>
                <a:cs typeface="Sora"/>
                <a:sym typeface="Sora"/>
              </a:defRPr>
            </a:lvl5pPr>
            <a:lvl6pPr lvl="5">
              <a:spcBef>
                <a:spcPts val="0"/>
              </a:spcBef>
              <a:spcAft>
                <a:spcPts val="0"/>
              </a:spcAft>
              <a:buClr>
                <a:schemeClr val="lt1"/>
              </a:buClr>
              <a:buSzPts val="1000"/>
              <a:buFont typeface="Sora"/>
              <a:buNone/>
              <a:defRPr sz="1000">
                <a:latin typeface="Sora"/>
                <a:ea typeface="Sora"/>
                <a:cs typeface="Sora"/>
                <a:sym typeface="Sora"/>
              </a:defRPr>
            </a:lvl6pPr>
            <a:lvl7pPr lvl="6">
              <a:spcBef>
                <a:spcPts val="0"/>
              </a:spcBef>
              <a:spcAft>
                <a:spcPts val="0"/>
              </a:spcAft>
              <a:buClr>
                <a:schemeClr val="lt1"/>
              </a:buClr>
              <a:buSzPts val="1000"/>
              <a:buFont typeface="Sora"/>
              <a:buNone/>
              <a:defRPr sz="1000">
                <a:latin typeface="Sora"/>
                <a:ea typeface="Sora"/>
                <a:cs typeface="Sora"/>
                <a:sym typeface="Sora"/>
              </a:defRPr>
            </a:lvl7pPr>
            <a:lvl8pPr lvl="7">
              <a:spcBef>
                <a:spcPts val="0"/>
              </a:spcBef>
              <a:spcAft>
                <a:spcPts val="0"/>
              </a:spcAft>
              <a:buClr>
                <a:schemeClr val="lt1"/>
              </a:buClr>
              <a:buSzPts val="1000"/>
              <a:buFont typeface="Sora"/>
              <a:buNone/>
              <a:defRPr sz="1000">
                <a:latin typeface="Sora"/>
                <a:ea typeface="Sora"/>
                <a:cs typeface="Sora"/>
                <a:sym typeface="Sora"/>
              </a:defRPr>
            </a:lvl8pPr>
            <a:lvl9pPr lvl="8">
              <a:spcBef>
                <a:spcPts val="0"/>
              </a:spcBef>
              <a:spcAft>
                <a:spcPts val="0"/>
              </a:spcAft>
              <a:buClr>
                <a:schemeClr val="lt1"/>
              </a:buClr>
              <a:buSzPts val="1000"/>
              <a:buFont typeface="Sora"/>
              <a:buNone/>
              <a:defRPr sz="1000">
                <a:latin typeface="Sora"/>
                <a:ea typeface="Sora"/>
                <a:cs typeface="Sora"/>
                <a:sym typeface="Sora"/>
              </a:defRPr>
            </a:lvl9pPr>
          </a:lstStyle>
          <a:p>
            <a:endParaRPr/>
          </a:p>
        </p:txBody>
      </p:sp>
      <p:sp>
        <p:nvSpPr>
          <p:cNvPr id="327" name="Google Shape;327;p25"/>
          <p:cNvSpPr txBox="1">
            <a:spLocks noGrp="1"/>
          </p:cNvSpPr>
          <p:nvPr>
            <p:ph type="title" idx="2"/>
          </p:nvPr>
        </p:nvSpPr>
        <p:spPr>
          <a:xfrm>
            <a:off x="7148925" y="1709075"/>
            <a:ext cx="1665300" cy="19380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328" name="Google Shape;328;p25"/>
          <p:cNvSpPr txBox="1">
            <a:spLocks noGrp="1"/>
          </p:cNvSpPr>
          <p:nvPr>
            <p:ph type="title" idx="3"/>
          </p:nvPr>
        </p:nvSpPr>
        <p:spPr>
          <a:xfrm>
            <a:off x="5434475" y="1709075"/>
            <a:ext cx="1665300" cy="19380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latin typeface="Sora"/>
                <a:ea typeface="Sora"/>
                <a:cs typeface="Sora"/>
                <a:sym typeface="Sora"/>
              </a:defRPr>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329" name="Google Shape;329;p25"/>
          <p:cNvSpPr txBox="1">
            <a:spLocks noGrp="1"/>
          </p:cNvSpPr>
          <p:nvPr>
            <p:ph type="title" idx="4"/>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330" name="Google Shape;330;p25"/>
          <p:cNvSpPr txBox="1">
            <a:spLocks noGrp="1"/>
          </p:cNvSpPr>
          <p:nvPr>
            <p:ph type="title" idx="5"/>
          </p:nvPr>
        </p:nvSpPr>
        <p:spPr>
          <a:xfrm>
            <a:off x="108300" y="1168075"/>
            <a:ext cx="3544500" cy="2275200"/>
          </a:xfrm>
          <a:prstGeom prst="rect">
            <a:avLst/>
          </a:prstGeom>
        </p:spPr>
        <p:txBody>
          <a:bodyPr spcFirstLastPara="1" wrap="square" lIns="91425" tIns="0" rIns="91425" bIns="91425" anchor="t" anchorCtr="0">
            <a:norm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a:latin typeface="IBM Plex Sans SemiBold"/>
                <a:ea typeface="IBM Plex Sans SemiBold"/>
                <a:cs typeface="IBM Plex Sans SemiBold"/>
                <a:sym typeface="IBM Plex Sans SemiBold"/>
              </a:defRPr>
            </a:lvl2pPr>
            <a:lvl3pPr lvl="2">
              <a:lnSpc>
                <a:spcPct val="115000"/>
              </a:lnSpc>
              <a:spcBef>
                <a:spcPts val="0"/>
              </a:spcBef>
              <a:spcAft>
                <a:spcPts val="0"/>
              </a:spcAft>
              <a:buNone/>
              <a:defRPr>
                <a:latin typeface="IBM Plex Sans SemiBold"/>
                <a:ea typeface="IBM Plex Sans SemiBold"/>
                <a:cs typeface="IBM Plex Sans SemiBold"/>
                <a:sym typeface="IBM Plex Sans SemiBold"/>
              </a:defRPr>
            </a:lvl3pPr>
            <a:lvl4pPr lvl="3">
              <a:lnSpc>
                <a:spcPct val="115000"/>
              </a:lnSpc>
              <a:spcBef>
                <a:spcPts val="0"/>
              </a:spcBef>
              <a:spcAft>
                <a:spcPts val="0"/>
              </a:spcAft>
              <a:buNone/>
              <a:defRPr>
                <a:latin typeface="IBM Plex Sans SemiBold"/>
                <a:ea typeface="IBM Plex Sans SemiBold"/>
                <a:cs typeface="IBM Plex Sans SemiBold"/>
                <a:sym typeface="IBM Plex Sans SemiBold"/>
              </a:defRPr>
            </a:lvl4pPr>
            <a:lvl5pPr lvl="4">
              <a:lnSpc>
                <a:spcPct val="115000"/>
              </a:lnSpc>
              <a:spcBef>
                <a:spcPts val="0"/>
              </a:spcBef>
              <a:spcAft>
                <a:spcPts val="0"/>
              </a:spcAft>
              <a:buNone/>
              <a:defRPr>
                <a:latin typeface="IBM Plex Sans SemiBold"/>
                <a:ea typeface="IBM Plex Sans SemiBold"/>
                <a:cs typeface="IBM Plex Sans SemiBold"/>
                <a:sym typeface="IBM Plex Sans SemiBold"/>
              </a:defRPr>
            </a:lvl5pPr>
            <a:lvl6pPr lvl="5">
              <a:lnSpc>
                <a:spcPct val="115000"/>
              </a:lnSpc>
              <a:spcBef>
                <a:spcPts val="0"/>
              </a:spcBef>
              <a:spcAft>
                <a:spcPts val="0"/>
              </a:spcAft>
              <a:buNone/>
              <a:defRPr>
                <a:latin typeface="IBM Plex Sans SemiBold"/>
                <a:ea typeface="IBM Plex Sans SemiBold"/>
                <a:cs typeface="IBM Plex Sans SemiBold"/>
                <a:sym typeface="IBM Plex Sans SemiBold"/>
              </a:defRPr>
            </a:lvl6pPr>
            <a:lvl7pPr lvl="6">
              <a:lnSpc>
                <a:spcPct val="115000"/>
              </a:lnSpc>
              <a:spcBef>
                <a:spcPts val="0"/>
              </a:spcBef>
              <a:spcAft>
                <a:spcPts val="0"/>
              </a:spcAft>
              <a:buNone/>
              <a:defRPr>
                <a:latin typeface="IBM Plex Sans SemiBold"/>
                <a:ea typeface="IBM Plex Sans SemiBold"/>
                <a:cs typeface="IBM Plex Sans SemiBold"/>
                <a:sym typeface="IBM Plex Sans SemiBold"/>
              </a:defRPr>
            </a:lvl7pPr>
            <a:lvl8pPr lvl="7">
              <a:lnSpc>
                <a:spcPct val="115000"/>
              </a:lnSpc>
              <a:spcBef>
                <a:spcPts val="0"/>
              </a:spcBef>
              <a:spcAft>
                <a:spcPts val="0"/>
              </a:spcAft>
              <a:buNone/>
              <a:defRPr>
                <a:latin typeface="IBM Plex Sans SemiBold"/>
                <a:ea typeface="IBM Plex Sans SemiBold"/>
                <a:cs typeface="IBM Plex Sans SemiBold"/>
                <a:sym typeface="IBM Plex Sans SemiBold"/>
              </a:defRPr>
            </a:lvl8pPr>
            <a:lvl9pPr lvl="8">
              <a:lnSpc>
                <a:spcPct val="115000"/>
              </a:lnSpc>
              <a:spcBef>
                <a:spcPts val="0"/>
              </a:spcBef>
              <a:spcAft>
                <a:spcPts val="0"/>
              </a:spcAft>
              <a:buNone/>
              <a:defRPr>
                <a:latin typeface="IBM Plex Sans SemiBold"/>
                <a:ea typeface="IBM Plex Sans SemiBold"/>
                <a:cs typeface="IBM Plex Sans SemiBold"/>
                <a:sym typeface="IBM Plex Sans SemiBold"/>
              </a:defRPr>
            </a:lvl9pPr>
          </a:lstStyle>
          <a:p>
            <a:endParaRPr/>
          </a:p>
        </p:txBody>
      </p:sp>
      <p:sp>
        <p:nvSpPr>
          <p:cNvPr id="331" name="Google Shape;331;p25"/>
          <p:cNvSpPr txBox="1">
            <a:spLocks noGrp="1"/>
          </p:cNvSpPr>
          <p:nvPr>
            <p:ph type="title" idx="6"/>
          </p:nvPr>
        </p:nvSpPr>
        <p:spPr>
          <a:xfrm>
            <a:off x="3720025" y="1287875"/>
            <a:ext cx="4295400" cy="2772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a:buNone/>
              <a:defRPr sz="1200">
                <a:solidFill>
                  <a:schemeClr val="lt1"/>
                </a:solidFill>
                <a:latin typeface="Sora"/>
                <a:ea typeface="Sora"/>
                <a:cs typeface="Sora"/>
                <a:sym typeface="Sora"/>
              </a:defRPr>
            </a:lvl2pPr>
            <a:lvl3pPr lvl="2">
              <a:spcBef>
                <a:spcPts val="0"/>
              </a:spcBef>
              <a:spcAft>
                <a:spcPts val="0"/>
              </a:spcAft>
              <a:buClr>
                <a:schemeClr val="lt1"/>
              </a:buClr>
              <a:buSzPts val="1200"/>
              <a:buFont typeface="Sora"/>
              <a:buNone/>
              <a:defRPr sz="1200">
                <a:solidFill>
                  <a:schemeClr val="lt1"/>
                </a:solidFill>
                <a:latin typeface="Sora"/>
                <a:ea typeface="Sora"/>
                <a:cs typeface="Sora"/>
                <a:sym typeface="Sora"/>
              </a:defRPr>
            </a:lvl3pPr>
            <a:lvl4pPr lvl="3">
              <a:spcBef>
                <a:spcPts val="0"/>
              </a:spcBef>
              <a:spcAft>
                <a:spcPts val="0"/>
              </a:spcAft>
              <a:buClr>
                <a:schemeClr val="lt1"/>
              </a:buClr>
              <a:buSzPts val="1200"/>
              <a:buFont typeface="Sora"/>
              <a:buNone/>
              <a:defRPr sz="1200">
                <a:solidFill>
                  <a:schemeClr val="lt1"/>
                </a:solidFill>
                <a:latin typeface="Sora"/>
                <a:ea typeface="Sora"/>
                <a:cs typeface="Sora"/>
                <a:sym typeface="Sora"/>
              </a:defRPr>
            </a:lvl4pPr>
            <a:lvl5pPr lvl="4">
              <a:spcBef>
                <a:spcPts val="0"/>
              </a:spcBef>
              <a:spcAft>
                <a:spcPts val="0"/>
              </a:spcAft>
              <a:buClr>
                <a:schemeClr val="lt1"/>
              </a:buClr>
              <a:buSzPts val="1200"/>
              <a:buFont typeface="Sora"/>
              <a:buNone/>
              <a:defRPr sz="1200">
                <a:solidFill>
                  <a:schemeClr val="lt1"/>
                </a:solidFill>
                <a:latin typeface="Sora"/>
                <a:ea typeface="Sora"/>
                <a:cs typeface="Sora"/>
                <a:sym typeface="Sora"/>
              </a:defRPr>
            </a:lvl5pPr>
            <a:lvl6pPr lvl="5">
              <a:spcBef>
                <a:spcPts val="0"/>
              </a:spcBef>
              <a:spcAft>
                <a:spcPts val="0"/>
              </a:spcAft>
              <a:buClr>
                <a:schemeClr val="lt1"/>
              </a:buClr>
              <a:buSzPts val="1200"/>
              <a:buFont typeface="Sora"/>
              <a:buNone/>
              <a:defRPr sz="1200">
                <a:solidFill>
                  <a:schemeClr val="lt1"/>
                </a:solidFill>
                <a:latin typeface="Sora"/>
                <a:ea typeface="Sora"/>
                <a:cs typeface="Sora"/>
                <a:sym typeface="Sora"/>
              </a:defRPr>
            </a:lvl6pPr>
            <a:lvl7pPr lvl="6">
              <a:spcBef>
                <a:spcPts val="0"/>
              </a:spcBef>
              <a:spcAft>
                <a:spcPts val="0"/>
              </a:spcAft>
              <a:buClr>
                <a:schemeClr val="lt1"/>
              </a:buClr>
              <a:buSzPts val="1200"/>
              <a:buFont typeface="Sora"/>
              <a:buNone/>
              <a:defRPr sz="1200">
                <a:solidFill>
                  <a:schemeClr val="lt1"/>
                </a:solidFill>
                <a:latin typeface="Sora"/>
                <a:ea typeface="Sora"/>
                <a:cs typeface="Sora"/>
                <a:sym typeface="Sora"/>
              </a:defRPr>
            </a:lvl7pPr>
            <a:lvl8pPr lvl="7">
              <a:spcBef>
                <a:spcPts val="0"/>
              </a:spcBef>
              <a:spcAft>
                <a:spcPts val="0"/>
              </a:spcAft>
              <a:buClr>
                <a:schemeClr val="lt1"/>
              </a:buClr>
              <a:buSzPts val="1200"/>
              <a:buFont typeface="Sora"/>
              <a:buNone/>
              <a:defRPr sz="1200">
                <a:solidFill>
                  <a:schemeClr val="lt1"/>
                </a:solidFill>
                <a:latin typeface="Sora"/>
                <a:ea typeface="Sora"/>
                <a:cs typeface="Sora"/>
                <a:sym typeface="Sora"/>
              </a:defRPr>
            </a:lvl8pPr>
            <a:lvl9pPr lvl="8">
              <a:spcBef>
                <a:spcPts val="0"/>
              </a:spcBef>
              <a:spcAft>
                <a:spcPts val="0"/>
              </a:spcAft>
              <a:buClr>
                <a:schemeClr val="lt1"/>
              </a:buClr>
              <a:buSzPts val="1200"/>
              <a:buFont typeface="Sora"/>
              <a:buNone/>
              <a:defRPr sz="1200">
                <a:solidFill>
                  <a:schemeClr val="lt1"/>
                </a:solidFill>
                <a:latin typeface="Sora"/>
                <a:ea typeface="Sora"/>
                <a:cs typeface="Sora"/>
                <a:sym typeface="Sora"/>
              </a:defRPr>
            </a:lvl9pPr>
          </a:lstStyle>
          <a:p>
            <a:endParaRPr/>
          </a:p>
        </p:txBody>
      </p:sp>
      <p:sp>
        <p:nvSpPr>
          <p:cNvPr id="332" name="Google Shape;332;p25"/>
          <p:cNvSpPr txBox="1">
            <a:spLocks noGrp="1"/>
          </p:cNvSpPr>
          <p:nvPr>
            <p:ph type="title" idx="7"/>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Subtitle">
  <p:cSld name="BLANK_1_1_1_1_1_1_1_1_1_1_6">
    <p:spTree>
      <p:nvGrpSpPr>
        <p:cNvPr id="1" name="Shape 333"/>
        <p:cNvGrpSpPr/>
        <p:nvPr/>
      </p:nvGrpSpPr>
      <p:grpSpPr>
        <a:xfrm>
          <a:off x="0" y="0"/>
          <a:ext cx="0" cy="0"/>
          <a:chOff x="0" y="0"/>
          <a:chExt cx="0" cy="0"/>
        </a:xfrm>
      </p:grpSpPr>
      <p:sp>
        <p:nvSpPr>
          <p:cNvPr id="334" name="Google Shape;334;p26"/>
          <p:cNvSpPr/>
          <p:nvPr/>
        </p:nvSpPr>
        <p:spPr>
          <a:xfrm rot="35689">
            <a:off x="3842097" y="2193145"/>
            <a:ext cx="4854862" cy="1982508"/>
          </a:xfrm>
          <a:prstGeom prst="flowChartConnector">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35" name="Google Shape;335;p26"/>
          <p:cNvSpPr/>
          <p:nvPr/>
        </p:nvSpPr>
        <p:spPr>
          <a:xfrm rot="-1029644">
            <a:off x="3491561" y="2543266"/>
            <a:ext cx="5708121" cy="1598166"/>
          </a:xfrm>
          <a:prstGeom prst="flowChartConnector">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nvGrpSpPr>
          <p:cNvPr id="336" name="Google Shape;336;p26"/>
          <p:cNvGrpSpPr/>
          <p:nvPr/>
        </p:nvGrpSpPr>
        <p:grpSpPr>
          <a:xfrm rot="10800000">
            <a:off x="9" y="0"/>
            <a:ext cx="1889320" cy="1499480"/>
            <a:chOff x="461225" y="3249175"/>
            <a:chExt cx="1399496" cy="1110726"/>
          </a:xfrm>
        </p:grpSpPr>
        <p:grpSp>
          <p:nvGrpSpPr>
            <p:cNvPr id="337" name="Google Shape;337;p26"/>
            <p:cNvGrpSpPr/>
            <p:nvPr/>
          </p:nvGrpSpPr>
          <p:grpSpPr>
            <a:xfrm>
              <a:off x="461225" y="3249175"/>
              <a:ext cx="1399496" cy="370204"/>
              <a:chOff x="461225" y="3249175"/>
              <a:chExt cx="1399496" cy="370204"/>
            </a:xfrm>
          </p:grpSpPr>
          <p:sp>
            <p:nvSpPr>
              <p:cNvPr id="338" name="Google Shape;338;p2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39" name="Google Shape;339;p2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40" name="Google Shape;340;p2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41" name="Google Shape;341;p26"/>
              <p:cNvSpPr/>
              <p:nvPr/>
            </p:nvSpPr>
            <p:spPr>
              <a:xfrm>
                <a:off x="1571821" y="3249179"/>
                <a:ext cx="2889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342" name="Google Shape;342;p26"/>
            <p:cNvGrpSpPr/>
            <p:nvPr/>
          </p:nvGrpSpPr>
          <p:grpSpPr>
            <a:xfrm>
              <a:off x="461225" y="3619500"/>
              <a:ext cx="1399496" cy="370202"/>
              <a:chOff x="461225" y="3249175"/>
              <a:chExt cx="1399496" cy="370202"/>
            </a:xfrm>
          </p:grpSpPr>
          <p:sp>
            <p:nvSpPr>
              <p:cNvPr id="343" name="Google Shape;343;p2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44" name="Google Shape;344;p2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45" name="Google Shape;345;p2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46" name="Google Shape;346;p26"/>
              <p:cNvSpPr/>
              <p:nvPr/>
            </p:nvSpPr>
            <p:spPr>
              <a:xfrm>
                <a:off x="1571821" y="3249177"/>
                <a:ext cx="2889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347" name="Google Shape;347;p26"/>
            <p:cNvGrpSpPr/>
            <p:nvPr/>
          </p:nvGrpSpPr>
          <p:grpSpPr>
            <a:xfrm>
              <a:off x="461225" y="3989700"/>
              <a:ext cx="1399496" cy="370201"/>
              <a:chOff x="461225" y="3249175"/>
              <a:chExt cx="1399496" cy="370201"/>
            </a:xfrm>
          </p:grpSpPr>
          <p:sp>
            <p:nvSpPr>
              <p:cNvPr id="348" name="Google Shape;348;p26"/>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49" name="Google Shape;349;p26"/>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50" name="Google Shape;350;p26"/>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51" name="Google Shape;351;p26"/>
              <p:cNvSpPr/>
              <p:nvPr/>
            </p:nvSpPr>
            <p:spPr>
              <a:xfrm>
                <a:off x="1571821" y="3249176"/>
                <a:ext cx="2889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352" name="Google Shape;352;p26"/>
          <p:cNvSpPr/>
          <p:nvPr/>
        </p:nvSpPr>
        <p:spPr>
          <a:xfrm>
            <a:off x="5909401" y="-3350"/>
            <a:ext cx="3234589" cy="1736822"/>
          </a:xfrm>
          <a:custGeom>
            <a:avLst/>
            <a:gdLst/>
            <a:ahLst/>
            <a:cxnLst/>
            <a:rect l="l" t="t" r="r" b="b"/>
            <a:pathLst>
              <a:path w="263403" h="141435" extrusionOk="0">
                <a:moveTo>
                  <a:pt x="0" y="277"/>
                </a:moveTo>
                <a:lnTo>
                  <a:pt x="193747" y="141435"/>
                </a:lnTo>
                <a:lnTo>
                  <a:pt x="263403" y="7658"/>
                </a:lnTo>
                <a:lnTo>
                  <a:pt x="263403" y="0"/>
                </a:lnTo>
                <a:close/>
              </a:path>
            </a:pathLst>
          </a:custGeom>
          <a:gradFill>
            <a:gsLst>
              <a:gs pos="0">
                <a:schemeClr val="accent2"/>
              </a:gs>
              <a:gs pos="21000">
                <a:schemeClr val="lt2"/>
              </a:gs>
              <a:gs pos="51000">
                <a:schemeClr val="accent1"/>
              </a:gs>
              <a:gs pos="79000">
                <a:schemeClr val="accent1"/>
              </a:gs>
              <a:gs pos="91000">
                <a:schemeClr val="accent3"/>
              </a:gs>
              <a:gs pos="100000">
                <a:schemeClr val="accent4"/>
              </a:gs>
            </a:gsLst>
            <a:lin ang="5400012" scaled="0"/>
          </a:gradFill>
          <a:ln>
            <a:noFill/>
          </a:ln>
          <a:effectLst>
            <a:outerShdw blurRad="1042988" dist="19050" dir="5400000" algn="bl" rotWithShape="0">
              <a:schemeClr val="lt2">
                <a:alpha val="49000"/>
              </a:schemeClr>
            </a:outerShdw>
          </a:effectLst>
        </p:spPr>
      </p:sp>
      <p:sp>
        <p:nvSpPr>
          <p:cNvPr id="353" name="Google Shape;353;p26"/>
          <p:cNvSpPr/>
          <p:nvPr/>
        </p:nvSpPr>
        <p:spPr>
          <a:xfrm>
            <a:off x="8299949" y="73285"/>
            <a:ext cx="844041" cy="1631459"/>
          </a:xfrm>
          <a:custGeom>
            <a:avLst/>
            <a:gdLst/>
            <a:ahLst/>
            <a:cxnLst/>
            <a:rect l="l" t="t" r="r" b="b"/>
            <a:pathLst>
              <a:path w="68733" h="132855" extrusionOk="0">
                <a:moveTo>
                  <a:pt x="0" y="132855"/>
                </a:moveTo>
                <a:lnTo>
                  <a:pt x="68733" y="58124"/>
                </a:lnTo>
                <a:lnTo>
                  <a:pt x="68733" y="0"/>
                </a:lnTo>
                <a:close/>
              </a:path>
            </a:pathLst>
          </a:custGeom>
          <a:solidFill>
            <a:schemeClr val="accent5"/>
          </a:solidFill>
          <a:ln>
            <a:noFill/>
          </a:ln>
        </p:spPr>
      </p:sp>
      <p:sp>
        <p:nvSpPr>
          <p:cNvPr id="354" name="Google Shape;354;p26"/>
          <p:cNvSpPr txBox="1">
            <a:spLocks noGrp="1"/>
          </p:cNvSpPr>
          <p:nvPr>
            <p:ph type="title"/>
          </p:nvPr>
        </p:nvSpPr>
        <p:spPr>
          <a:xfrm>
            <a:off x="163725" y="2947825"/>
            <a:ext cx="6637500" cy="14994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5500"/>
              <a:buFont typeface="IBM Plex Sans"/>
              <a:buNone/>
              <a:defRPr sz="5500"/>
            </a:lvl1pPr>
            <a:lvl2pPr lvl="1">
              <a:spcBef>
                <a:spcPts val="0"/>
              </a:spcBef>
              <a:spcAft>
                <a:spcPts val="0"/>
              </a:spcAft>
              <a:buClr>
                <a:schemeClr val="lt1"/>
              </a:buClr>
              <a:buSzPts val="3000"/>
              <a:buNone/>
              <a:defRPr>
                <a:solidFill>
                  <a:schemeClr val="lt1"/>
                </a:solidFill>
              </a:defRPr>
            </a:lvl2pPr>
            <a:lvl3pPr lvl="2">
              <a:spcBef>
                <a:spcPts val="0"/>
              </a:spcBef>
              <a:spcAft>
                <a:spcPts val="0"/>
              </a:spcAft>
              <a:buClr>
                <a:schemeClr val="lt1"/>
              </a:buClr>
              <a:buSzPts val="3000"/>
              <a:buNone/>
              <a:defRPr>
                <a:solidFill>
                  <a:schemeClr val="lt1"/>
                </a:solidFill>
              </a:defRPr>
            </a:lvl3pPr>
            <a:lvl4pPr lvl="3">
              <a:spcBef>
                <a:spcPts val="0"/>
              </a:spcBef>
              <a:spcAft>
                <a:spcPts val="0"/>
              </a:spcAft>
              <a:buClr>
                <a:schemeClr val="lt1"/>
              </a:buClr>
              <a:buSzPts val="3000"/>
              <a:buNone/>
              <a:defRPr>
                <a:solidFill>
                  <a:schemeClr val="lt1"/>
                </a:solidFill>
              </a:defRPr>
            </a:lvl4pPr>
            <a:lvl5pPr lvl="4">
              <a:spcBef>
                <a:spcPts val="0"/>
              </a:spcBef>
              <a:spcAft>
                <a:spcPts val="0"/>
              </a:spcAft>
              <a:buClr>
                <a:schemeClr val="lt1"/>
              </a:buClr>
              <a:buSzPts val="3000"/>
              <a:buNone/>
              <a:defRPr>
                <a:solidFill>
                  <a:schemeClr val="lt1"/>
                </a:solidFill>
              </a:defRPr>
            </a:lvl5pPr>
            <a:lvl6pPr lvl="5">
              <a:spcBef>
                <a:spcPts val="0"/>
              </a:spcBef>
              <a:spcAft>
                <a:spcPts val="0"/>
              </a:spcAft>
              <a:buClr>
                <a:schemeClr val="lt1"/>
              </a:buClr>
              <a:buSzPts val="3000"/>
              <a:buNone/>
              <a:defRPr>
                <a:solidFill>
                  <a:schemeClr val="lt1"/>
                </a:solidFill>
              </a:defRPr>
            </a:lvl6pPr>
            <a:lvl7pPr lvl="6">
              <a:spcBef>
                <a:spcPts val="0"/>
              </a:spcBef>
              <a:spcAft>
                <a:spcPts val="0"/>
              </a:spcAft>
              <a:buClr>
                <a:schemeClr val="lt1"/>
              </a:buClr>
              <a:buSzPts val="3000"/>
              <a:buNone/>
              <a:defRPr>
                <a:solidFill>
                  <a:schemeClr val="lt1"/>
                </a:solidFill>
              </a:defRPr>
            </a:lvl7pPr>
            <a:lvl8pPr lvl="7">
              <a:spcBef>
                <a:spcPts val="0"/>
              </a:spcBef>
              <a:spcAft>
                <a:spcPts val="0"/>
              </a:spcAft>
              <a:buClr>
                <a:schemeClr val="lt1"/>
              </a:buClr>
              <a:buSzPts val="3000"/>
              <a:buNone/>
              <a:defRPr>
                <a:solidFill>
                  <a:schemeClr val="lt1"/>
                </a:solidFill>
              </a:defRPr>
            </a:lvl8pPr>
            <a:lvl9pPr lvl="8">
              <a:spcBef>
                <a:spcPts val="0"/>
              </a:spcBef>
              <a:spcAft>
                <a:spcPts val="0"/>
              </a:spcAft>
              <a:buClr>
                <a:schemeClr val="lt1"/>
              </a:buClr>
              <a:buSzPts val="3000"/>
              <a:buNone/>
              <a:defRPr>
                <a:solidFill>
                  <a:schemeClr val="lt1"/>
                </a:solidFill>
              </a:defRPr>
            </a:lvl9pPr>
          </a:lstStyle>
          <a:p>
            <a:endParaRPr/>
          </a:p>
        </p:txBody>
      </p:sp>
      <p:sp>
        <p:nvSpPr>
          <p:cNvPr id="355" name="Google Shape;355;p26"/>
          <p:cNvSpPr txBox="1">
            <a:spLocks noGrp="1"/>
          </p:cNvSpPr>
          <p:nvPr>
            <p:ph type="subTitle" idx="1"/>
          </p:nvPr>
        </p:nvSpPr>
        <p:spPr>
          <a:xfrm>
            <a:off x="163725" y="1184350"/>
            <a:ext cx="3336600" cy="1582200"/>
          </a:xfrm>
          <a:prstGeom prst="rect">
            <a:avLst/>
          </a:prstGeom>
        </p:spPr>
        <p:txBody>
          <a:bodyPr spcFirstLastPara="1" wrap="square" lIns="91425" tIns="91425" rIns="91425" bIns="0" anchor="b" anchorCtr="0">
            <a:noAutofit/>
          </a:bodyPr>
          <a:lstStyle>
            <a:lvl1pPr lvl="0">
              <a:lnSpc>
                <a:spcPct val="115000"/>
              </a:lnSpc>
              <a:spcBef>
                <a:spcPts val="0"/>
              </a:spcBef>
              <a:spcAft>
                <a:spcPts val="0"/>
              </a:spcAft>
              <a:buClr>
                <a:schemeClr val="lt1"/>
              </a:buClr>
              <a:buSzPts val="1200"/>
              <a:buFont typeface="Sora"/>
              <a:buNone/>
              <a:defRPr sz="1200"/>
            </a:lvl1pPr>
            <a:lvl2pPr lvl="1">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2pPr>
            <a:lvl3pPr lvl="2">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3pPr>
            <a:lvl4pPr lvl="3">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4pPr>
            <a:lvl5pPr lvl="4">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5pPr>
            <a:lvl6pPr lvl="5">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6pPr>
            <a:lvl7pPr lvl="6">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7pPr>
            <a:lvl8pPr lvl="7">
              <a:lnSpc>
                <a:spcPct val="115000"/>
              </a:lnSpc>
              <a:spcBef>
                <a:spcPts val="1000"/>
              </a:spcBef>
              <a:spcAft>
                <a:spcPts val="0"/>
              </a:spcAft>
              <a:buClr>
                <a:schemeClr val="lt1"/>
              </a:buClr>
              <a:buSzPts val="1200"/>
              <a:buFont typeface="Sora"/>
              <a:buNone/>
              <a:defRPr sz="1200">
                <a:solidFill>
                  <a:schemeClr val="lt1"/>
                </a:solidFill>
                <a:latin typeface="Sora"/>
                <a:ea typeface="Sora"/>
                <a:cs typeface="Sora"/>
                <a:sym typeface="Sora"/>
              </a:defRPr>
            </a:lvl8pPr>
            <a:lvl9pPr lvl="8">
              <a:lnSpc>
                <a:spcPct val="115000"/>
              </a:lnSpc>
              <a:spcBef>
                <a:spcPts val="1000"/>
              </a:spcBef>
              <a:spcAft>
                <a:spcPts val="1000"/>
              </a:spcAft>
              <a:buClr>
                <a:schemeClr val="lt1"/>
              </a:buClr>
              <a:buSzPts val="1200"/>
              <a:buFont typeface="Sora"/>
              <a:buNone/>
              <a:defRPr sz="1200">
                <a:solidFill>
                  <a:schemeClr val="lt1"/>
                </a:solidFill>
                <a:latin typeface="Sora"/>
                <a:ea typeface="Sora"/>
                <a:cs typeface="Sora"/>
                <a:sym typeface="Sora"/>
              </a:defRPr>
            </a:lvl9pPr>
          </a:lstStyle>
          <a:p>
            <a:endParaRPr/>
          </a:p>
        </p:txBody>
      </p:sp>
      <p:sp>
        <p:nvSpPr>
          <p:cNvPr id="356" name="Google Shape;356;p26"/>
          <p:cNvSpPr txBox="1">
            <a:spLocks noGrp="1"/>
          </p:cNvSpPr>
          <p:nvPr>
            <p:ph type="title" idx="2"/>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357" name="Google Shape;357;p26"/>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 Alt 3">
  <p:cSld name="BLANK_1_1_1_1_1_1_1_1_1_1_5">
    <p:spTree>
      <p:nvGrpSpPr>
        <p:cNvPr id="1" name="Shape 358"/>
        <p:cNvGrpSpPr/>
        <p:nvPr/>
      </p:nvGrpSpPr>
      <p:grpSpPr>
        <a:xfrm>
          <a:off x="0" y="0"/>
          <a:ext cx="0" cy="0"/>
          <a:chOff x="0" y="0"/>
          <a:chExt cx="0" cy="0"/>
        </a:xfrm>
      </p:grpSpPr>
      <p:sp>
        <p:nvSpPr>
          <p:cNvPr id="359" name="Google Shape;359;p27"/>
          <p:cNvSpPr/>
          <p:nvPr/>
        </p:nvSpPr>
        <p:spPr>
          <a:xfrm>
            <a:off x="1347300" y="4352975"/>
            <a:ext cx="6752827" cy="790544"/>
          </a:xfrm>
          <a:custGeom>
            <a:avLst/>
            <a:gdLst/>
            <a:ahLst/>
            <a:cxnLst/>
            <a:rect l="l" t="t" r="r" b="b"/>
            <a:pathLst>
              <a:path w="86243" h="14771" extrusionOk="0">
                <a:moveTo>
                  <a:pt x="61203" y="1"/>
                </a:moveTo>
                <a:lnTo>
                  <a:pt x="59656" y="20"/>
                </a:lnTo>
                <a:lnTo>
                  <a:pt x="58090" y="60"/>
                </a:lnTo>
                <a:lnTo>
                  <a:pt x="56504" y="119"/>
                </a:lnTo>
                <a:lnTo>
                  <a:pt x="54898" y="199"/>
                </a:lnTo>
                <a:lnTo>
                  <a:pt x="53272" y="298"/>
                </a:lnTo>
                <a:lnTo>
                  <a:pt x="51627" y="417"/>
                </a:lnTo>
                <a:lnTo>
                  <a:pt x="49961" y="575"/>
                </a:lnTo>
                <a:lnTo>
                  <a:pt x="48276" y="734"/>
                </a:lnTo>
                <a:lnTo>
                  <a:pt x="46591" y="932"/>
                </a:lnTo>
                <a:lnTo>
                  <a:pt x="44886" y="1150"/>
                </a:lnTo>
                <a:lnTo>
                  <a:pt x="43161" y="1388"/>
                </a:lnTo>
                <a:lnTo>
                  <a:pt x="41436" y="1646"/>
                </a:lnTo>
                <a:lnTo>
                  <a:pt x="39711" y="1924"/>
                </a:lnTo>
                <a:lnTo>
                  <a:pt x="37967" y="2221"/>
                </a:lnTo>
                <a:lnTo>
                  <a:pt x="36202" y="2538"/>
                </a:lnTo>
                <a:lnTo>
                  <a:pt x="34458" y="2875"/>
                </a:lnTo>
                <a:lnTo>
                  <a:pt x="31900" y="3411"/>
                </a:lnTo>
                <a:lnTo>
                  <a:pt x="29382" y="3986"/>
                </a:lnTo>
                <a:lnTo>
                  <a:pt x="26884" y="4600"/>
                </a:lnTo>
                <a:lnTo>
                  <a:pt x="24426" y="5235"/>
                </a:lnTo>
                <a:lnTo>
                  <a:pt x="22007" y="5909"/>
                </a:lnTo>
                <a:lnTo>
                  <a:pt x="19628" y="6622"/>
                </a:lnTo>
                <a:lnTo>
                  <a:pt x="17288" y="7356"/>
                </a:lnTo>
                <a:lnTo>
                  <a:pt x="15008" y="8129"/>
                </a:lnTo>
                <a:lnTo>
                  <a:pt x="12867" y="8902"/>
                </a:lnTo>
                <a:lnTo>
                  <a:pt x="10805" y="9695"/>
                </a:lnTo>
                <a:lnTo>
                  <a:pt x="8823" y="10488"/>
                </a:lnTo>
                <a:lnTo>
                  <a:pt x="6900" y="11321"/>
                </a:lnTo>
                <a:lnTo>
                  <a:pt x="5056" y="12154"/>
                </a:lnTo>
                <a:lnTo>
                  <a:pt x="4164" y="12590"/>
                </a:lnTo>
                <a:lnTo>
                  <a:pt x="3291" y="13006"/>
                </a:lnTo>
                <a:lnTo>
                  <a:pt x="2439" y="13442"/>
                </a:lnTo>
                <a:lnTo>
                  <a:pt x="1606" y="13879"/>
                </a:lnTo>
                <a:lnTo>
                  <a:pt x="793" y="14335"/>
                </a:lnTo>
                <a:lnTo>
                  <a:pt x="0" y="14771"/>
                </a:lnTo>
                <a:lnTo>
                  <a:pt x="83665" y="14771"/>
                </a:lnTo>
                <a:lnTo>
                  <a:pt x="84042" y="14335"/>
                </a:lnTo>
                <a:lnTo>
                  <a:pt x="84379" y="13918"/>
                </a:lnTo>
                <a:lnTo>
                  <a:pt x="84696" y="13482"/>
                </a:lnTo>
                <a:lnTo>
                  <a:pt x="84974" y="13066"/>
                </a:lnTo>
                <a:lnTo>
                  <a:pt x="85232" y="12649"/>
                </a:lnTo>
                <a:lnTo>
                  <a:pt x="85450" y="12233"/>
                </a:lnTo>
                <a:lnTo>
                  <a:pt x="85648" y="11817"/>
                </a:lnTo>
                <a:lnTo>
                  <a:pt x="85826" y="11400"/>
                </a:lnTo>
                <a:lnTo>
                  <a:pt x="85965" y="11004"/>
                </a:lnTo>
                <a:lnTo>
                  <a:pt x="86084" y="10607"/>
                </a:lnTo>
                <a:lnTo>
                  <a:pt x="86163" y="10211"/>
                </a:lnTo>
                <a:lnTo>
                  <a:pt x="86223" y="9814"/>
                </a:lnTo>
                <a:lnTo>
                  <a:pt x="86243" y="9438"/>
                </a:lnTo>
                <a:lnTo>
                  <a:pt x="86243" y="9041"/>
                </a:lnTo>
                <a:lnTo>
                  <a:pt x="86203" y="8664"/>
                </a:lnTo>
                <a:lnTo>
                  <a:pt x="86144" y="8288"/>
                </a:lnTo>
                <a:lnTo>
                  <a:pt x="86084" y="8050"/>
                </a:lnTo>
                <a:lnTo>
                  <a:pt x="86025" y="7812"/>
                </a:lnTo>
                <a:lnTo>
                  <a:pt x="85945" y="7574"/>
                </a:lnTo>
                <a:lnTo>
                  <a:pt x="85846" y="7336"/>
                </a:lnTo>
                <a:lnTo>
                  <a:pt x="85747" y="7118"/>
                </a:lnTo>
                <a:lnTo>
                  <a:pt x="85628" y="6880"/>
                </a:lnTo>
                <a:lnTo>
                  <a:pt x="85370" y="6444"/>
                </a:lnTo>
                <a:lnTo>
                  <a:pt x="85053" y="6008"/>
                </a:lnTo>
                <a:lnTo>
                  <a:pt x="84676" y="5591"/>
                </a:lnTo>
                <a:lnTo>
                  <a:pt x="84280" y="5175"/>
                </a:lnTo>
                <a:lnTo>
                  <a:pt x="83824" y="4798"/>
                </a:lnTo>
                <a:lnTo>
                  <a:pt x="83309" y="4402"/>
                </a:lnTo>
                <a:lnTo>
                  <a:pt x="82773" y="4045"/>
                </a:lnTo>
                <a:lnTo>
                  <a:pt x="82178" y="3688"/>
                </a:lnTo>
                <a:lnTo>
                  <a:pt x="81524" y="3351"/>
                </a:lnTo>
                <a:lnTo>
                  <a:pt x="80850" y="3034"/>
                </a:lnTo>
                <a:lnTo>
                  <a:pt x="80117" y="2717"/>
                </a:lnTo>
                <a:lnTo>
                  <a:pt x="79343" y="2419"/>
                </a:lnTo>
                <a:lnTo>
                  <a:pt x="78530" y="2142"/>
                </a:lnTo>
                <a:lnTo>
                  <a:pt x="77698" y="1884"/>
                </a:lnTo>
                <a:lnTo>
                  <a:pt x="76825" y="1646"/>
                </a:lnTo>
                <a:lnTo>
                  <a:pt x="75933" y="1428"/>
                </a:lnTo>
                <a:lnTo>
                  <a:pt x="74982" y="1230"/>
                </a:lnTo>
                <a:lnTo>
                  <a:pt x="74010" y="1031"/>
                </a:lnTo>
                <a:lnTo>
                  <a:pt x="72999" y="853"/>
                </a:lnTo>
                <a:lnTo>
                  <a:pt x="71948" y="694"/>
                </a:lnTo>
                <a:lnTo>
                  <a:pt x="70878" y="556"/>
                </a:lnTo>
                <a:lnTo>
                  <a:pt x="69767" y="437"/>
                </a:lnTo>
                <a:lnTo>
                  <a:pt x="68618" y="318"/>
                </a:lnTo>
                <a:lnTo>
                  <a:pt x="67448" y="219"/>
                </a:lnTo>
                <a:lnTo>
                  <a:pt x="66258" y="139"/>
                </a:lnTo>
                <a:lnTo>
                  <a:pt x="65029" y="80"/>
                </a:lnTo>
                <a:lnTo>
                  <a:pt x="63780" y="40"/>
                </a:lnTo>
                <a:lnTo>
                  <a:pt x="62511" y="20"/>
                </a:lnTo>
                <a:lnTo>
                  <a:pt x="61203" y="1"/>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360" name="Google Shape;360;p27"/>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361" name="Google Shape;361;p27"/>
          <p:cNvSpPr txBox="1">
            <a:spLocks noGrp="1"/>
          </p:cNvSpPr>
          <p:nvPr>
            <p:ph type="title" idx="2"/>
          </p:nvPr>
        </p:nvSpPr>
        <p:spPr>
          <a:xfrm>
            <a:off x="115025" y="502775"/>
            <a:ext cx="58290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362" name="Google Shape;362;p27"/>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and four columns">
  <p:cSld name="BLANK_1_1_1_1_1_1_1_1_1_1_4">
    <p:spTree>
      <p:nvGrpSpPr>
        <p:cNvPr id="1" name="Shape 363"/>
        <p:cNvGrpSpPr/>
        <p:nvPr/>
      </p:nvGrpSpPr>
      <p:grpSpPr>
        <a:xfrm>
          <a:off x="0" y="0"/>
          <a:ext cx="0" cy="0"/>
          <a:chOff x="0" y="0"/>
          <a:chExt cx="0" cy="0"/>
        </a:xfrm>
      </p:grpSpPr>
      <p:sp>
        <p:nvSpPr>
          <p:cNvPr id="364" name="Google Shape;364;p28"/>
          <p:cNvSpPr/>
          <p:nvPr/>
        </p:nvSpPr>
        <p:spPr>
          <a:xfrm rot="-737329">
            <a:off x="5068924" y="-96942"/>
            <a:ext cx="3371552" cy="1136324"/>
          </a:xfrm>
          <a:prstGeom prst="chord">
            <a:avLst>
              <a:gd name="adj1" fmla="val 21353619"/>
              <a:gd name="adj2" fmla="val 14210633"/>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65" name="Google Shape;365;p28"/>
          <p:cNvSpPr txBox="1">
            <a:spLocks noGrp="1"/>
          </p:cNvSpPr>
          <p:nvPr>
            <p:ph type="title"/>
          </p:nvPr>
        </p:nvSpPr>
        <p:spPr>
          <a:xfrm>
            <a:off x="134550" y="1524225"/>
            <a:ext cx="1119600" cy="297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latin typeface="IBM Plex Sans Medium"/>
                <a:ea typeface="IBM Plex Sans Medium"/>
                <a:cs typeface="IBM Plex Sans Medium"/>
                <a:sym typeface="IBM Plex Sans Medium"/>
              </a:defRPr>
            </a:lvl9pPr>
          </a:lstStyle>
          <a:p>
            <a:endParaRPr/>
          </a:p>
        </p:txBody>
      </p:sp>
      <p:sp>
        <p:nvSpPr>
          <p:cNvPr id="366" name="Google Shape;366;p28"/>
          <p:cNvSpPr txBox="1">
            <a:spLocks noGrp="1"/>
          </p:cNvSpPr>
          <p:nvPr>
            <p:ph type="title" idx="2"/>
          </p:nvPr>
        </p:nvSpPr>
        <p:spPr>
          <a:xfrm>
            <a:off x="1326150" y="983700"/>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367" name="Google Shape;367;p28"/>
          <p:cNvSpPr txBox="1">
            <a:spLocks noGrp="1"/>
          </p:cNvSpPr>
          <p:nvPr>
            <p:ph type="title" idx="3"/>
          </p:nvPr>
        </p:nvSpPr>
        <p:spPr>
          <a:xfrm>
            <a:off x="3808925" y="983700"/>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368" name="Google Shape;368;p28"/>
          <p:cNvSpPr txBox="1">
            <a:spLocks noGrp="1"/>
          </p:cNvSpPr>
          <p:nvPr>
            <p:ph type="title" idx="4"/>
          </p:nvPr>
        </p:nvSpPr>
        <p:spPr>
          <a:xfrm>
            <a:off x="6291700" y="983700"/>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369" name="Google Shape;369;p28"/>
          <p:cNvSpPr txBox="1">
            <a:spLocks noGrp="1"/>
          </p:cNvSpPr>
          <p:nvPr>
            <p:ph type="title" idx="5"/>
          </p:nvPr>
        </p:nvSpPr>
        <p:spPr>
          <a:xfrm>
            <a:off x="134550" y="2606200"/>
            <a:ext cx="11196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a:endParaRPr/>
          </a:p>
        </p:txBody>
      </p:sp>
      <p:sp>
        <p:nvSpPr>
          <p:cNvPr id="370" name="Google Shape;370;p28"/>
          <p:cNvSpPr txBox="1">
            <a:spLocks noGrp="1"/>
          </p:cNvSpPr>
          <p:nvPr>
            <p:ph type="title" idx="6"/>
          </p:nvPr>
        </p:nvSpPr>
        <p:spPr>
          <a:xfrm>
            <a:off x="134550" y="3659750"/>
            <a:ext cx="11196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2pPr>
            <a:lvl3pPr lvl="2">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3pPr>
            <a:lvl4pPr lvl="3">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4pPr>
            <a:lvl5pPr lvl="4">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5pPr>
            <a:lvl6pPr lvl="5">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6pPr>
            <a:lvl7pPr lvl="6">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7pPr>
            <a:lvl8pPr lvl="7">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8pPr>
            <a:lvl9pPr lvl="8">
              <a:spcBef>
                <a:spcPts val="0"/>
              </a:spcBef>
              <a:spcAft>
                <a:spcPts val="0"/>
              </a:spcAft>
              <a:buClr>
                <a:schemeClr val="lt1"/>
              </a:buClr>
              <a:buSzPts val="1000"/>
              <a:buFont typeface="IBM Plex Sans Medium"/>
              <a:buNone/>
              <a:defRPr sz="1000">
                <a:solidFill>
                  <a:schemeClr val="lt1"/>
                </a:solidFill>
                <a:latin typeface="IBM Plex Sans Medium"/>
                <a:ea typeface="IBM Plex Sans Medium"/>
                <a:cs typeface="IBM Plex Sans Medium"/>
                <a:sym typeface="IBM Plex Sans Medium"/>
              </a:defRPr>
            </a:lvl9pPr>
          </a:lstStyle>
          <a:p>
            <a:endParaRPr/>
          </a:p>
        </p:txBody>
      </p:sp>
      <p:sp>
        <p:nvSpPr>
          <p:cNvPr id="371" name="Google Shape;371;p28"/>
          <p:cNvSpPr txBox="1">
            <a:spLocks noGrp="1"/>
          </p:cNvSpPr>
          <p:nvPr>
            <p:ph type="title" idx="7"/>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372" name="Google Shape;372;p28"/>
          <p:cNvSpPr/>
          <p:nvPr/>
        </p:nvSpPr>
        <p:spPr>
          <a:xfrm rot="-6104187" flipH="1">
            <a:off x="4324040" y="2970795"/>
            <a:ext cx="1541221" cy="4732320"/>
          </a:xfrm>
          <a:prstGeom prst="chord">
            <a:avLst>
              <a:gd name="adj1" fmla="val 4994308"/>
              <a:gd name="adj2" fmla="val 15114049"/>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73" name="Google Shape;373;p28"/>
          <p:cNvSpPr/>
          <p:nvPr/>
        </p:nvSpPr>
        <p:spPr>
          <a:xfrm rot="5740201">
            <a:off x="4240558" y="2810912"/>
            <a:ext cx="1433212" cy="5490517"/>
          </a:xfrm>
          <a:prstGeom prst="chord">
            <a:avLst>
              <a:gd name="adj1" fmla="val 5592353"/>
              <a:gd name="adj2" fmla="val 15024063"/>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74" name="Google Shape;374;p28"/>
          <p:cNvSpPr txBox="1">
            <a:spLocks noGrp="1"/>
          </p:cNvSpPr>
          <p:nvPr>
            <p:ph type="body" idx="1"/>
          </p:nvPr>
        </p:nvSpPr>
        <p:spPr>
          <a:xfrm>
            <a:off x="1326025" y="361505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2"/>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75" name="Google Shape;375;p28"/>
          <p:cNvSpPr txBox="1">
            <a:spLocks noGrp="1"/>
          </p:cNvSpPr>
          <p:nvPr>
            <p:ph type="body" idx="8"/>
          </p:nvPr>
        </p:nvSpPr>
        <p:spPr>
          <a:xfrm>
            <a:off x="3808863" y="361505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2"/>
              </a:buClr>
              <a:buSzPts val="1000"/>
              <a:buFont typeface="Sora"/>
              <a:buChar char="●"/>
              <a:defRPr sz="1000"/>
            </a:lvl1pPr>
            <a:lvl2pPr marL="914400" lvl="1" indent="-292100">
              <a:spcBef>
                <a:spcPts val="800"/>
              </a:spcBef>
              <a:spcAft>
                <a:spcPts val="0"/>
              </a:spcAft>
              <a:buSzPts val="1000"/>
              <a:buFont typeface="Sora"/>
              <a:buChar char="○"/>
              <a:defRPr sz="1000"/>
            </a:lvl2pPr>
            <a:lvl3pPr marL="1371600" lvl="2" indent="-292100">
              <a:spcBef>
                <a:spcPts val="800"/>
              </a:spcBef>
              <a:spcAft>
                <a:spcPts val="0"/>
              </a:spcAft>
              <a:buSzPts val="1000"/>
              <a:buFont typeface="Sora"/>
              <a:buChar char="■"/>
              <a:defRPr sz="1000"/>
            </a:lvl3pPr>
            <a:lvl4pPr marL="1828800" lvl="3" indent="-292100">
              <a:spcBef>
                <a:spcPts val="800"/>
              </a:spcBef>
              <a:spcAft>
                <a:spcPts val="0"/>
              </a:spcAft>
              <a:buSzPts val="1000"/>
              <a:buFont typeface="Sora"/>
              <a:buChar char="●"/>
              <a:defRPr sz="1000"/>
            </a:lvl4pPr>
            <a:lvl5pPr marL="2286000" lvl="4" indent="-292100">
              <a:spcBef>
                <a:spcPts val="800"/>
              </a:spcBef>
              <a:spcAft>
                <a:spcPts val="0"/>
              </a:spcAft>
              <a:buSzPts val="1000"/>
              <a:buFont typeface="Sora"/>
              <a:buChar char="○"/>
              <a:defRPr sz="1000"/>
            </a:lvl5pPr>
            <a:lvl6pPr marL="2743200" lvl="5" indent="-292100">
              <a:spcBef>
                <a:spcPts val="800"/>
              </a:spcBef>
              <a:spcAft>
                <a:spcPts val="0"/>
              </a:spcAft>
              <a:buSzPts val="1000"/>
              <a:buFont typeface="Sora"/>
              <a:buChar char="■"/>
              <a:defRPr sz="1000"/>
            </a:lvl6pPr>
            <a:lvl7pPr marL="3200400" lvl="6" indent="-292100">
              <a:spcBef>
                <a:spcPts val="800"/>
              </a:spcBef>
              <a:spcAft>
                <a:spcPts val="0"/>
              </a:spcAft>
              <a:buSzPts val="1000"/>
              <a:buFont typeface="Sora"/>
              <a:buChar char="●"/>
              <a:defRPr sz="1000"/>
            </a:lvl7pPr>
            <a:lvl8pPr marL="3657600" lvl="7" indent="-292100">
              <a:spcBef>
                <a:spcPts val="800"/>
              </a:spcBef>
              <a:spcAft>
                <a:spcPts val="0"/>
              </a:spcAft>
              <a:buSzPts val="1000"/>
              <a:buFont typeface="Sora"/>
              <a:buChar char="○"/>
              <a:defRPr sz="1000"/>
            </a:lvl8pPr>
            <a:lvl9pPr marL="4114800" lvl="8" indent="-292100">
              <a:spcBef>
                <a:spcPts val="800"/>
              </a:spcBef>
              <a:spcAft>
                <a:spcPts val="800"/>
              </a:spcAft>
              <a:buSzPts val="1000"/>
              <a:buFont typeface="Sora"/>
              <a:buChar char="■"/>
              <a:defRPr sz="1000"/>
            </a:lvl9pPr>
          </a:lstStyle>
          <a:p>
            <a:endParaRPr/>
          </a:p>
        </p:txBody>
      </p:sp>
      <p:sp>
        <p:nvSpPr>
          <p:cNvPr id="376" name="Google Shape;376;p28"/>
          <p:cNvSpPr txBox="1">
            <a:spLocks noGrp="1"/>
          </p:cNvSpPr>
          <p:nvPr>
            <p:ph type="body" idx="9"/>
          </p:nvPr>
        </p:nvSpPr>
        <p:spPr>
          <a:xfrm>
            <a:off x="6291713" y="361505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2"/>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77" name="Google Shape;377;p28"/>
          <p:cNvSpPr txBox="1">
            <a:spLocks noGrp="1"/>
          </p:cNvSpPr>
          <p:nvPr>
            <p:ph type="body" idx="13"/>
          </p:nvPr>
        </p:nvSpPr>
        <p:spPr>
          <a:xfrm>
            <a:off x="1326025" y="260620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2"/>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78" name="Google Shape;378;p28"/>
          <p:cNvSpPr txBox="1">
            <a:spLocks noGrp="1"/>
          </p:cNvSpPr>
          <p:nvPr>
            <p:ph type="body" idx="14"/>
          </p:nvPr>
        </p:nvSpPr>
        <p:spPr>
          <a:xfrm>
            <a:off x="3808863" y="260620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2"/>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79" name="Google Shape;379;p28"/>
          <p:cNvSpPr txBox="1">
            <a:spLocks noGrp="1"/>
          </p:cNvSpPr>
          <p:nvPr>
            <p:ph type="body" idx="15"/>
          </p:nvPr>
        </p:nvSpPr>
        <p:spPr>
          <a:xfrm>
            <a:off x="6291713" y="260620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2"/>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80" name="Google Shape;380;p28"/>
          <p:cNvSpPr txBox="1">
            <a:spLocks noGrp="1"/>
          </p:cNvSpPr>
          <p:nvPr>
            <p:ph type="body" idx="16"/>
          </p:nvPr>
        </p:nvSpPr>
        <p:spPr>
          <a:xfrm>
            <a:off x="1326025" y="1524225"/>
            <a:ext cx="2296500" cy="832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81" name="Google Shape;381;p28"/>
          <p:cNvSpPr txBox="1">
            <a:spLocks noGrp="1"/>
          </p:cNvSpPr>
          <p:nvPr>
            <p:ph type="body" idx="17"/>
          </p:nvPr>
        </p:nvSpPr>
        <p:spPr>
          <a:xfrm>
            <a:off x="3808867" y="1524225"/>
            <a:ext cx="2296500" cy="832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82" name="Google Shape;382;p28"/>
          <p:cNvSpPr txBox="1">
            <a:spLocks noGrp="1"/>
          </p:cNvSpPr>
          <p:nvPr>
            <p:ph type="body" idx="18"/>
          </p:nvPr>
        </p:nvSpPr>
        <p:spPr>
          <a:xfrm>
            <a:off x="6291721" y="1524225"/>
            <a:ext cx="2296500" cy="832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lt1"/>
              </a:buClr>
              <a:buSzPts val="1000"/>
              <a:buFont typeface="Sora"/>
              <a:buChar char="➔"/>
              <a:defRPr sz="1000"/>
            </a:lvl1pPr>
            <a:lvl2pPr marL="914400" lvl="1" indent="-292100">
              <a:spcBef>
                <a:spcPts val="0"/>
              </a:spcBef>
              <a:spcAft>
                <a:spcPts val="0"/>
              </a:spcAft>
              <a:buClr>
                <a:schemeClr val="lt1"/>
              </a:buClr>
              <a:buSzPts val="1000"/>
              <a:buFont typeface="Sora"/>
              <a:buChar char="◆"/>
              <a:defRPr sz="1000"/>
            </a:lvl2pPr>
            <a:lvl3pPr marL="1371600" lvl="2" indent="-292100">
              <a:spcBef>
                <a:spcPts val="0"/>
              </a:spcBef>
              <a:spcAft>
                <a:spcPts val="0"/>
              </a:spcAft>
              <a:buClr>
                <a:schemeClr val="lt1"/>
              </a:buClr>
              <a:buSzPts val="1000"/>
              <a:buFont typeface="Sora"/>
              <a:buChar char="●"/>
              <a:defRPr sz="1000"/>
            </a:lvl3pPr>
            <a:lvl4pPr marL="1828800" lvl="3" indent="-292100">
              <a:spcBef>
                <a:spcPts val="0"/>
              </a:spcBef>
              <a:spcAft>
                <a:spcPts val="0"/>
              </a:spcAft>
              <a:buClr>
                <a:schemeClr val="lt1"/>
              </a:buClr>
              <a:buSzPts val="1000"/>
              <a:buFont typeface="Sora"/>
              <a:buChar char="○"/>
              <a:defRPr sz="1000"/>
            </a:lvl4pPr>
            <a:lvl5pPr marL="2286000" lvl="4" indent="-292100">
              <a:spcBef>
                <a:spcPts val="0"/>
              </a:spcBef>
              <a:spcAft>
                <a:spcPts val="0"/>
              </a:spcAft>
              <a:buClr>
                <a:schemeClr val="lt1"/>
              </a:buClr>
              <a:buSzPts val="1000"/>
              <a:buFont typeface="Sora"/>
              <a:buChar char="◆"/>
              <a:defRPr sz="1000"/>
            </a:lvl5pPr>
            <a:lvl6pPr marL="2743200" lvl="5" indent="-292100">
              <a:spcBef>
                <a:spcPts val="0"/>
              </a:spcBef>
              <a:spcAft>
                <a:spcPts val="0"/>
              </a:spcAft>
              <a:buClr>
                <a:schemeClr val="lt1"/>
              </a:buClr>
              <a:buSzPts val="1000"/>
              <a:buFont typeface="Sora"/>
              <a:buChar char="●"/>
              <a:defRPr sz="1000"/>
            </a:lvl6pPr>
            <a:lvl7pPr marL="3200400" lvl="6" indent="-292100">
              <a:spcBef>
                <a:spcPts val="0"/>
              </a:spcBef>
              <a:spcAft>
                <a:spcPts val="0"/>
              </a:spcAft>
              <a:buClr>
                <a:schemeClr val="lt1"/>
              </a:buClr>
              <a:buSzPts val="1000"/>
              <a:buFont typeface="Sora"/>
              <a:buChar char="○"/>
              <a:defRPr sz="1000"/>
            </a:lvl7pPr>
            <a:lvl8pPr marL="3657600" lvl="7" indent="-292100">
              <a:spcBef>
                <a:spcPts val="0"/>
              </a:spcBef>
              <a:spcAft>
                <a:spcPts val="0"/>
              </a:spcAft>
              <a:buClr>
                <a:schemeClr val="lt1"/>
              </a:buClr>
              <a:buSzPts val="1000"/>
              <a:buFont typeface="Sora"/>
              <a:buChar char="◆"/>
              <a:defRPr sz="1000"/>
            </a:lvl8pPr>
            <a:lvl9pPr marL="4114800" lvl="8" indent="-292100">
              <a:spcBef>
                <a:spcPts val="0"/>
              </a:spcBef>
              <a:spcAft>
                <a:spcPts val="0"/>
              </a:spcAft>
              <a:buClr>
                <a:schemeClr val="lt1"/>
              </a:buClr>
              <a:buSzPts val="1000"/>
              <a:buFont typeface="Sora"/>
              <a:buChar char="●"/>
              <a:defRPr sz="1000"/>
            </a:lvl9pPr>
          </a:lstStyle>
          <a:p>
            <a:endParaRPr/>
          </a:p>
        </p:txBody>
      </p:sp>
      <p:sp>
        <p:nvSpPr>
          <p:cNvPr id="383" name="Google Shape;383;p28"/>
          <p:cNvSpPr txBox="1">
            <a:spLocks noGrp="1"/>
          </p:cNvSpPr>
          <p:nvPr>
            <p:ph type="title" idx="19"/>
          </p:nvPr>
        </p:nvSpPr>
        <p:spPr>
          <a:xfrm>
            <a:off x="38100" y="319650"/>
            <a:ext cx="3116700" cy="520200"/>
          </a:xfrm>
          <a:prstGeom prst="rect">
            <a:avLst/>
          </a:prstGeom>
        </p:spPr>
        <p:txBody>
          <a:bodyPr spcFirstLastPara="1" wrap="square" lIns="182875" tIns="91425" rIns="91425" bIns="91425" anchor="t" anchorCtr="0">
            <a:spAutoFit/>
          </a:bodyPr>
          <a:lstStyle>
            <a:lvl1pPr lvl="0">
              <a:spcBef>
                <a:spcPts val="0"/>
              </a:spcBef>
              <a:spcAft>
                <a:spcPts val="0"/>
              </a:spcAft>
              <a:buNone/>
              <a:defRPr sz="1600">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lvl2pPr>
            <a:lvl3pPr lvl="2">
              <a:lnSpc>
                <a:spcPct val="115000"/>
              </a:lnSpc>
              <a:spcBef>
                <a:spcPts val="0"/>
              </a:spcBef>
              <a:spcAft>
                <a:spcPts val="0"/>
              </a:spcAft>
              <a:buNone/>
              <a:defRPr sz="1800"/>
            </a:lvl3pPr>
            <a:lvl4pPr lvl="3">
              <a:lnSpc>
                <a:spcPct val="115000"/>
              </a:lnSpc>
              <a:spcBef>
                <a:spcPts val="0"/>
              </a:spcBef>
              <a:spcAft>
                <a:spcPts val="0"/>
              </a:spcAft>
              <a:buNone/>
              <a:defRPr sz="1800"/>
            </a:lvl4pPr>
            <a:lvl5pPr lvl="4">
              <a:lnSpc>
                <a:spcPct val="115000"/>
              </a:lnSpc>
              <a:spcBef>
                <a:spcPts val="0"/>
              </a:spcBef>
              <a:spcAft>
                <a:spcPts val="0"/>
              </a:spcAft>
              <a:buNone/>
              <a:defRPr sz="1800"/>
            </a:lvl5pPr>
            <a:lvl6pPr lvl="5">
              <a:lnSpc>
                <a:spcPct val="115000"/>
              </a:lnSpc>
              <a:spcBef>
                <a:spcPts val="0"/>
              </a:spcBef>
              <a:spcAft>
                <a:spcPts val="0"/>
              </a:spcAft>
              <a:buNone/>
              <a:defRPr sz="1800"/>
            </a:lvl6pPr>
            <a:lvl7pPr lvl="6">
              <a:lnSpc>
                <a:spcPct val="115000"/>
              </a:lnSpc>
              <a:spcBef>
                <a:spcPts val="0"/>
              </a:spcBef>
              <a:spcAft>
                <a:spcPts val="0"/>
              </a:spcAft>
              <a:buNone/>
              <a:defRPr sz="1800"/>
            </a:lvl7pPr>
            <a:lvl8pPr lvl="7">
              <a:lnSpc>
                <a:spcPct val="115000"/>
              </a:lnSpc>
              <a:spcBef>
                <a:spcPts val="0"/>
              </a:spcBef>
              <a:spcAft>
                <a:spcPts val="0"/>
              </a:spcAft>
              <a:buNone/>
              <a:defRPr sz="1800"/>
            </a:lvl8pPr>
            <a:lvl9pPr lvl="8">
              <a:lnSpc>
                <a:spcPct val="115000"/>
              </a:lnSpc>
              <a:spcBef>
                <a:spcPts val="0"/>
              </a:spcBef>
              <a:spcAft>
                <a:spcPts val="0"/>
              </a:spcAft>
              <a:buNone/>
              <a:defRPr sz="1800"/>
            </a:lvl9pPr>
          </a:lstStyle>
          <a:p>
            <a:endParaRPr/>
          </a:p>
        </p:txBody>
      </p:sp>
      <p:sp>
        <p:nvSpPr>
          <p:cNvPr id="384" name="Google Shape;384;p28"/>
          <p:cNvSpPr txBox="1">
            <a:spLocks noGrp="1"/>
          </p:cNvSpPr>
          <p:nvPr>
            <p:ph type="title" idx="20"/>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and four columns - Dark">
  <p:cSld name="BLANK_1_1_1_1_1_1_1_1_1_1_4_1">
    <p:bg>
      <p:bgPr>
        <a:solidFill>
          <a:schemeClr val="lt1"/>
        </a:solidFill>
        <a:effectLst/>
      </p:bgPr>
    </p:bg>
    <p:spTree>
      <p:nvGrpSpPr>
        <p:cNvPr id="1" name="Shape 385"/>
        <p:cNvGrpSpPr/>
        <p:nvPr/>
      </p:nvGrpSpPr>
      <p:grpSpPr>
        <a:xfrm>
          <a:off x="0" y="0"/>
          <a:ext cx="0" cy="0"/>
          <a:chOff x="0" y="0"/>
          <a:chExt cx="0" cy="0"/>
        </a:xfrm>
      </p:grpSpPr>
      <p:sp>
        <p:nvSpPr>
          <p:cNvPr id="386" name="Google Shape;386;p29"/>
          <p:cNvSpPr/>
          <p:nvPr/>
        </p:nvSpPr>
        <p:spPr>
          <a:xfrm rot="-737329">
            <a:off x="5068924" y="-96942"/>
            <a:ext cx="3371552" cy="1136324"/>
          </a:xfrm>
          <a:prstGeom prst="chord">
            <a:avLst>
              <a:gd name="adj1" fmla="val 21353619"/>
              <a:gd name="adj2" fmla="val 14210633"/>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accent5"/>
              </a:solidFill>
              <a:latin typeface="Sora"/>
              <a:ea typeface="Sora"/>
              <a:cs typeface="Sora"/>
              <a:sym typeface="Sora"/>
            </a:endParaRPr>
          </a:p>
        </p:txBody>
      </p:sp>
      <p:sp>
        <p:nvSpPr>
          <p:cNvPr id="387" name="Google Shape;387;p29"/>
          <p:cNvSpPr txBox="1">
            <a:spLocks noGrp="1"/>
          </p:cNvSpPr>
          <p:nvPr>
            <p:ph type="title"/>
          </p:nvPr>
        </p:nvSpPr>
        <p:spPr>
          <a:xfrm>
            <a:off x="134550" y="1524225"/>
            <a:ext cx="1119600" cy="297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a:endParaRPr/>
          </a:p>
        </p:txBody>
      </p:sp>
      <p:sp>
        <p:nvSpPr>
          <p:cNvPr id="388" name="Google Shape;388;p29"/>
          <p:cNvSpPr txBox="1">
            <a:spLocks noGrp="1"/>
          </p:cNvSpPr>
          <p:nvPr>
            <p:ph type="title" idx="2"/>
          </p:nvPr>
        </p:nvSpPr>
        <p:spPr>
          <a:xfrm>
            <a:off x="134550" y="2606200"/>
            <a:ext cx="11196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a:endParaRPr/>
          </a:p>
        </p:txBody>
      </p:sp>
      <p:sp>
        <p:nvSpPr>
          <p:cNvPr id="389" name="Google Shape;389;p29"/>
          <p:cNvSpPr txBox="1">
            <a:spLocks noGrp="1"/>
          </p:cNvSpPr>
          <p:nvPr>
            <p:ph type="title" idx="3"/>
          </p:nvPr>
        </p:nvSpPr>
        <p:spPr>
          <a:xfrm>
            <a:off x="134550" y="3659750"/>
            <a:ext cx="11196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200"/>
              <a:buFont typeface="IBM Plex Sans Medium"/>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2pPr>
            <a:lvl3pPr lvl="2">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3pPr>
            <a:lvl4pPr lvl="3">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4pPr>
            <a:lvl5pPr lvl="4">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5pPr>
            <a:lvl6pPr lvl="5">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6pPr>
            <a:lvl7pPr lvl="6">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7pPr>
            <a:lvl8pPr lvl="7">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8pPr>
            <a:lvl9pPr lvl="8">
              <a:spcBef>
                <a:spcPts val="0"/>
              </a:spcBef>
              <a:spcAft>
                <a:spcPts val="0"/>
              </a:spcAft>
              <a:buClr>
                <a:schemeClr val="accent3"/>
              </a:buClr>
              <a:buSzPts val="1000"/>
              <a:buFont typeface="IBM Plex Sans Medium"/>
              <a:buNone/>
              <a:defRPr sz="1000">
                <a:solidFill>
                  <a:schemeClr val="accent3"/>
                </a:solidFill>
                <a:latin typeface="IBM Plex Sans Medium"/>
                <a:ea typeface="IBM Plex Sans Medium"/>
                <a:cs typeface="IBM Plex Sans Medium"/>
                <a:sym typeface="IBM Plex Sans Medium"/>
              </a:defRPr>
            </a:lvl9pPr>
          </a:lstStyle>
          <a:p>
            <a:endParaRPr/>
          </a:p>
        </p:txBody>
      </p:sp>
      <p:sp>
        <p:nvSpPr>
          <p:cNvPr id="390" name="Google Shape;390;p29"/>
          <p:cNvSpPr txBox="1">
            <a:spLocks noGrp="1"/>
          </p:cNvSpPr>
          <p:nvPr>
            <p:ph type="title" idx="4"/>
          </p:nvPr>
        </p:nvSpPr>
        <p:spPr>
          <a:xfrm>
            <a:off x="38100" y="319650"/>
            <a:ext cx="3116700" cy="520200"/>
          </a:xfrm>
          <a:prstGeom prst="rect">
            <a:avLst/>
          </a:prstGeom>
        </p:spPr>
        <p:txBody>
          <a:bodyPr spcFirstLastPara="1" wrap="square" lIns="182875" tIns="91425" rIns="91425" bIns="91425" anchor="t" anchorCtr="0">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a:endParaRPr/>
          </a:p>
        </p:txBody>
      </p:sp>
      <p:sp>
        <p:nvSpPr>
          <p:cNvPr id="391" name="Google Shape;391;p29"/>
          <p:cNvSpPr txBox="1">
            <a:spLocks noGrp="1"/>
          </p:cNvSpPr>
          <p:nvPr>
            <p:ph type="title" idx="5"/>
          </p:nvPr>
        </p:nvSpPr>
        <p:spPr>
          <a:xfrm>
            <a:off x="1326150" y="983700"/>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a:endParaRPr/>
          </a:p>
        </p:txBody>
      </p:sp>
      <p:sp>
        <p:nvSpPr>
          <p:cNvPr id="392" name="Google Shape;392;p29"/>
          <p:cNvSpPr txBox="1">
            <a:spLocks noGrp="1"/>
          </p:cNvSpPr>
          <p:nvPr>
            <p:ph type="title" idx="6"/>
          </p:nvPr>
        </p:nvSpPr>
        <p:spPr>
          <a:xfrm>
            <a:off x="3808925" y="983700"/>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a:endParaRPr/>
          </a:p>
        </p:txBody>
      </p:sp>
      <p:sp>
        <p:nvSpPr>
          <p:cNvPr id="393" name="Google Shape;393;p29"/>
          <p:cNvSpPr txBox="1">
            <a:spLocks noGrp="1"/>
          </p:cNvSpPr>
          <p:nvPr>
            <p:ph type="title" idx="7"/>
          </p:nvPr>
        </p:nvSpPr>
        <p:spPr>
          <a:xfrm>
            <a:off x="6291700" y="983700"/>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1pPr>
            <a:lvl2pPr lvl="1">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2pPr>
            <a:lvl3pPr lvl="2">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3pPr>
            <a:lvl4pPr lvl="3">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4pPr>
            <a:lvl5pPr lvl="4">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5pPr>
            <a:lvl6pPr lvl="5">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6pPr>
            <a:lvl7pPr lvl="6">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7pPr>
            <a:lvl8pPr lvl="7">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8pPr>
            <a:lvl9pPr lvl="8">
              <a:spcBef>
                <a:spcPts val="0"/>
              </a:spcBef>
              <a:spcAft>
                <a:spcPts val="0"/>
              </a:spcAft>
              <a:buClr>
                <a:schemeClr val="accent1"/>
              </a:buClr>
              <a:buSzPts val="1200"/>
              <a:buFont typeface="IBM Plex Sans Medium"/>
              <a:buNone/>
              <a:defRPr sz="1200">
                <a:solidFill>
                  <a:schemeClr val="accent1"/>
                </a:solidFill>
                <a:latin typeface="IBM Plex Sans Medium"/>
                <a:ea typeface="IBM Plex Sans Medium"/>
                <a:cs typeface="IBM Plex Sans Medium"/>
                <a:sym typeface="IBM Plex Sans Medium"/>
              </a:defRPr>
            </a:lvl9pPr>
          </a:lstStyle>
          <a:p>
            <a:endParaRPr/>
          </a:p>
        </p:txBody>
      </p:sp>
      <p:sp>
        <p:nvSpPr>
          <p:cNvPr id="394" name="Google Shape;394;p29"/>
          <p:cNvSpPr/>
          <p:nvPr/>
        </p:nvSpPr>
        <p:spPr>
          <a:xfrm rot="-6104187" flipH="1">
            <a:off x="4324040" y="2970795"/>
            <a:ext cx="1541221" cy="4732320"/>
          </a:xfrm>
          <a:prstGeom prst="chord">
            <a:avLst>
              <a:gd name="adj1" fmla="val 4994308"/>
              <a:gd name="adj2" fmla="val 15114049"/>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95" name="Google Shape;395;p29"/>
          <p:cNvSpPr/>
          <p:nvPr/>
        </p:nvSpPr>
        <p:spPr>
          <a:xfrm rot="5740201">
            <a:off x="4240558" y="2810912"/>
            <a:ext cx="1433212" cy="5490517"/>
          </a:xfrm>
          <a:prstGeom prst="chord">
            <a:avLst>
              <a:gd name="adj1" fmla="val 5592353"/>
              <a:gd name="adj2" fmla="val 15024063"/>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396" name="Google Shape;396;p29"/>
          <p:cNvSpPr txBox="1">
            <a:spLocks noGrp="1"/>
          </p:cNvSpPr>
          <p:nvPr>
            <p:ph type="title" idx="8"/>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397" name="Google Shape;397;p29"/>
          <p:cNvSpPr txBox="1">
            <a:spLocks noGrp="1"/>
          </p:cNvSpPr>
          <p:nvPr>
            <p:ph type="body" idx="1"/>
          </p:nvPr>
        </p:nvSpPr>
        <p:spPr>
          <a:xfrm>
            <a:off x="1326025" y="361505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1"/>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398" name="Google Shape;398;p29"/>
          <p:cNvSpPr txBox="1">
            <a:spLocks noGrp="1"/>
          </p:cNvSpPr>
          <p:nvPr>
            <p:ph type="body" idx="9"/>
          </p:nvPr>
        </p:nvSpPr>
        <p:spPr>
          <a:xfrm>
            <a:off x="3808863" y="361505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1"/>
              </a:buClr>
              <a:buSzPts val="1000"/>
              <a:buFont typeface="Sora"/>
              <a:buChar char="➔"/>
              <a:defRPr sz="1000">
                <a:solidFill>
                  <a:schemeClr val="dk1"/>
                </a:solidFill>
              </a:defRPr>
            </a:lvl1pPr>
            <a:lvl2pPr marL="914400" lvl="1" indent="-292100">
              <a:spcBef>
                <a:spcPts val="800"/>
              </a:spcBef>
              <a:spcAft>
                <a:spcPts val="0"/>
              </a:spcAft>
              <a:buClr>
                <a:schemeClr val="dk1"/>
              </a:buClr>
              <a:buSzPts val="1000"/>
              <a:buFont typeface="Sora"/>
              <a:buChar char="◆"/>
              <a:defRPr sz="1000">
                <a:solidFill>
                  <a:schemeClr val="dk1"/>
                </a:solidFill>
              </a:defRPr>
            </a:lvl2pPr>
            <a:lvl3pPr marL="1371600" lvl="2" indent="-292100">
              <a:spcBef>
                <a:spcPts val="800"/>
              </a:spcBef>
              <a:spcAft>
                <a:spcPts val="0"/>
              </a:spcAft>
              <a:buClr>
                <a:schemeClr val="dk1"/>
              </a:buClr>
              <a:buSzPts val="1000"/>
              <a:buFont typeface="Sora"/>
              <a:buChar char="●"/>
              <a:defRPr sz="1000">
                <a:solidFill>
                  <a:schemeClr val="dk1"/>
                </a:solidFill>
              </a:defRPr>
            </a:lvl3pPr>
            <a:lvl4pPr marL="1828800" lvl="3" indent="-292100">
              <a:spcBef>
                <a:spcPts val="800"/>
              </a:spcBef>
              <a:spcAft>
                <a:spcPts val="0"/>
              </a:spcAft>
              <a:buClr>
                <a:schemeClr val="dk1"/>
              </a:buClr>
              <a:buSzPts val="1000"/>
              <a:buFont typeface="Sora"/>
              <a:buChar char="○"/>
              <a:defRPr sz="1000">
                <a:solidFill>
                  <a:schemeClr val="dk1"/>
                </a:solidFill>
              </a:defRPr>
            </a:lvl4pPr>
            <a:lvl5pPr marL="2286000" lvl="4" indent="-292100">
              <a:spcBef>
                <a:spcPts val="800"/>
              </a:spcBef>
              <a:spcAft>
                <a:spcPts val="0"/>
              </a:spcAft>
              <a:buClr>
                <a:schemeClr val="dk1"/>
              </a:buClr>
              <a:buSzPts val="1000"/>
              <a:buFont typeface="Sora"/>
              <a:buChar char="◆"/>
              <a:defRPr sz="1000">
                <a:solidFill>
                  <a:schemeClr val="dk1"/>
                </a:solidFill>
              </a:defRPr>
            </a:lvl5pPr>
            <a:lvl6pPr marL="2743200" lvl="5" indent="-292100">
              <a:spcBef>
                <a:spcPts val="800"/>
              </a:spcBef>
              <a:spcAft>
                <a:spcPts val="0"/>
              </a:spcAft>
              <a:buClr>
                <a:schemeClr val="dk1"/>
              </a:buClr>
              <a:buSzPts val="1000"/>
              <a:buFont typeface="Sora"/>
              <a:buChar char="●"/>
              <a:defRPr sz="1000">
                <a:solidFill>
                  <a:schemeClr val="dk1"/>
                </a:solidFill>
              </a:defRPr>
            </a:lvl6pPr>
            <a:lvl7pPr marL="3200400" lvl="6" indent="-292100">
              <a:spcBef>
                <a:spcPts val="800"/>
              </a:spcBef>
              <a:spcAft>
                <a:spcPts val="0"/>
              </a:spcAft>
              <a:buClr>
                <a:schemeClr val="dk1"/>
              </a:buClr>
              <a:buSzPts val="1000"/>
              <a:buFont typeface="Sora"/>
              <a:buChar char="○"/>
              <a:defRPr sz="1000">
                <a:solidFill>
                  <a:schemeClr val="dk1"/>
                </a:solidFill>
              </a:defRPr>
            </a:lvl7pPr>
            <a:lvl8pPr marL="3657600" lvl="7" indent="-292100">
              <a:spcBef>
                <a:spcPts val="800"/>
              </a:spcBef>
              <a:spcAft>
                <a:spcPts val="0"/>
              </a:spcAft>
              <a:buClr>
                <a:schemeClr val="dk1"/>
              </a:buClr>
              <a:buSzPts val="1000"/>
              <a:buFont typeface="Sora"/>
              <a:buChar char="◆"/>
              <a:defRPr sz="1000">
                <a:solidFill>
                  <a:schemeClr val="dk1"/>
                </a:solidFill>
              </a:defRPr>
            </a:lvl8pPr>
            <a:lvl9pPr marL="4114800" lvl="8" indent="-292100">
              <a:spcBef>
                <a:spcPts val="800"/>
              </a:spcBef>
              <a:spcAft>
                <a:spcPts val="800"/>
              </a:spcAft>
              <a:buClr>
                <a:schemeClr val="dk1"/>
              </a:buClr>
              <a:buSzPts val="1000"/>
              <a:buFont typeface="Sora"/>
              <a:buChar char="●"/>
              <a:defRPr sz="1000">
                <a:solidFill>
                  <a:schemeClr val="dk1"/>
                </a:solidFill>
              </a:defRPr>
            </a:lvl9pPr>
          </a:lstStyle>
          <a:p>
            <a:endParaRPr/>
          </a:p>
        </p:txBody>
      </p:sp>
      <p:sp>
        <p:nvSpPr>
          <p:cNvPr id="399" name="Google Shape;399;p29"/>
          <p:cNvSpPr txBox="1">
            <a:spLocks noGrp="1"/>
          </p:cNvSpPr>
          <p:nvPr>
            <p:ph type="body" idx="13"/>
          </p:nvPr>
        </p:nvSpPr>
        <p:spPr>
          <a:xfrm>
            <a:off x="6291713" y="361505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1"/>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00" name="Google Shape;400;p29"/>
          <p:cNvSpPr txBox="1">
            <a:spLocks noGrp="1"/>
          </p:cNvSpPr>
          <p:nvPr>
            <p:ph type="body" idx="14"/>
          </p:nvPr>
        </p:nvSpPr>
        <p:spPr>
          <a:xfrm>
            <a:off x="1326025" y="260620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1"/>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01" name="Google Shape;401;p29"/>
          <p:cNvSpPr txBox="1">
            <a:spLocks noGrp="1"/>
          </p:cNvSpPr>
          <p:nvPr>
            <p:ph type="body" idx="15"/>
          </p:nvPr>
        </p:nvSpPr>
        <p:spPr>
          <a:xfrm>
            <a:off x="3808863" y="260620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1"/>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02" name="Google Shape;402;p29"/>
          <p:cNvSpPr txBox="1">
            <a:spLocks noGrp="1"/>
          </p:cNvSpPr>
          <p:nvPr>
            <p:ph type="body" idx="16"/>
          </p:nvPr>
        </p:nvSpPr>
        <p:spPr>
          <a:xfrm>
            <a:off x="6291713" y="2606200"/>
            <a:ext cx="2296500" cy="999900"/>
          </a:xfrm>
          <a:prstGeom prst="rect">
            <a:avLst/>
          </a:prstGeom>
        </p:spPr>
        <p:txBody>
          <a:bodyPr spcFirstLastPara="1" wrap="square" lIns="91425" tIns="91425" rIns="91425" bIns="91425" anchor="t" anchorCtr="0">
            <a:normAutofit/>
          </a:bodyPr>
          <a:lstStyle>
            <a:lvl1pPr marL="457200" lvl="0" indent="-292100">
              <a:spcBef>
                <a:spcPts val="0"/>
              </a:spcBef>
              <a:spcAft>
                <a:spcPts val="0"/>
              </a:spcAft>
              <a:buClr>
                <a:schemeClr val="accent1"/>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03" name="Google Shape;403;p29"/>
          <p:cNvSpPr txBox="1">
            <a:spLocks noGrp="1"/>
          </p:cNvSpPr>
          <p:nvPr>
            <p:ph type="body" idx="17"/>
          </p:nvPr>
        </p:nvSpPr>
        <p:spPr>
          <a:xfrm>
            <a:off x="1326025" y="1524225"/>
            <a:ext cx="2296500" cy="832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accent3"/>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04" name="Google Shape;404;p29"/>
          <p:cNvSpPr txBox="1">
            <a:spLocks noGrp="1"/>
          </p:cNvSpPr>
          <p:nvPr>
            <p:ph type="body" idx="18"/>
          </p:nvPr>
        </p:nvSpPr>
        <p:spPr>
          <a:xfrm>
            <a:off x="3808867" y="1524225"/>
            <a:ext cx="2296500" cy="832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accent3"/>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05" name="Google Shape;405;p29"/>
          <p:cNvSpPr txBox="1">
            <a:spLocks noGrp="1"/>
          </p:cNvSpPr>
          <p:nvPr>
            <p:ph type="body" idx="19"/>
          </p:nvPr>
        </p:nvSpPr>
        <p:spPr>
          <a:xfrm>
            <a:off x="6291721" y="1524225"/>
            <a:ext cx="2296500" cy="8325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Clr>
                <a:schemeClr val="accent3"/>
              </a:buClr>
              <a:buSzPts val="1000"/>
              <a:buFont typeface="Sora"/>
              <a:buChar char="➔"/>
              <a:defRPr sz="1000">
                <a:solidFill>
                  <a:schemeClr val="dk1"/>
                </a:solidFill>
              </a:defRPr>
            </a:lvl1pPr>
            <a:lvl2pPr marL="914400" lvl="1" indent="-292100">
              <a:spcBef>
                <a:spcPts val="0"/>
              </a:spcBef>
              <a:spcAft>
                <a:spcPts val="0"/>
              </a:spcAft>
              <a:buClr>
                <a:schemeClr val="dk1"/>
              </a:buClr>
              <a:buSzPts val="1000"/>
              <a:buFont typeface="Sora"/>
              <a:buChar char="◆"/>
              <a:defRPr sz="1000">
                <a:solidFill>
                  <a:schemeClr val="dk1"/>
                </a:solidFill>
              </a:defRPr>
            </a:lvl2pPr>
            <a:lvl3pPr marL="1371600" lvl="2" indent="-292100">
              <a:spcBef>
                <a:spcPts val="0"/>
              </a:spcBef>
              <a:spcAft>
                <a:spcPts val="0"/>
              </a:spcAft>
              <a:buClr>
                <a:schemeClr val="dk1"/>
              </a:buClr>
              <a:buSzPts val="1000"/>
              <a:buFont typeface="Sora"/>
              <a:buChar char="●"/>
              <a:defRPr sz="1000">
                <a:solidFill>
                  <a:schemeClr val="dk1"/>
                </a:solidFill>
              </a:defRPr>
            </a:lvl3pPr>
            <a:lvl4pPr marL="1828800" lvl="3" indent="-292100">
              <a:spcBef>
                <a:spcPts val="0"/>
              </a:spcBef>
              <a:spcAft>
                <a:spcPts val="0"/>
              </a:spcAft>
              <a:buClr>
                <a:schemeClr val="dk1"/>
              </a:buClr>
              <a:buSzPts val="1000"/>
              <a:buFont typeface="Sora"/>
              <a:buChar char="○"/>
              <a:defRPr sz="1000">
                <a:solidFill>
                  <a:schemeClr val="dk1"/>
                </a:solidFill>
              </a:defRPr>
            </a:lvl4pPr>
            <a:lvl5pPr marL="2286000" lvl="4" indent="-292100">
              <a:spcBef>
                <a:spcPts val="0"/>
              </a:spcBef>
              <a:spcAft>
                <a:spcPts val="0"/>
              </a:spcAft>
              <a:buClr>
                <a:schemeClr val="dk1"/>
              </a:buClr>
              <a:buSzPts val="1000"/>
              <a:buFont typeface="Sora"/>
              <a:buChar char="◆"/>
              <a:defRPr sz="1000">
                <a:solidFill>
                  <a:schemeClr val="dk1"/>
                </a:solidFill>
              </a:defRPr>
            </a:lvl5pPr>
            <a:lvl6pPr marL="2743200" lvl="5" indent="-292100">
              <a:spcBef>
                <a:spcPts val="0"/>
              </a:spcBef>
              <a:spcAft>
                <a:spcPts val="0"/>
              </a:spcAft>
              <a:buClr>
                <a:schemeClr val="dk1"/>
              </a:buClr>
              <a:buSzPts val="1000"/>
              <a:buFont typeface="Sora"/>
              <a:buChar char="●"/>
              <a:defRPr sz="1000">
                <a:solidFill>
                  <a:schemeClr val="dk1"/>
                </a:solidFill>
              </a:defRPr>
            </a:lvl6pPr>
            <a:lvl7pPr marL="3200400" lvl="6" indent="-292100">
              <a:spcBef>
                <a:spcPts val="0"/>
              </a:spcBef>
              <a:spcAft>
                <a:spcPts val="0"/>
              </a:spcAft>
              <a:buClr>
                <a:schemeClr val="dk1"/>
              </a:buClr>
              <a:buSzPts val="1000"/>
              <a:buFont typeface="Sora"/>
              <a:buChar char="○"/>
              <a:defRPr sz="1000">
                <a:solidFill>
                  <a:schemeClr val="dk1"/>
                </a:solidFill>
              </a:defRPr>
            </a:lvl7pPr>
            <a:lvl8pPr marL="3657600" lvl="7" indent="-292100">
              <a:spcBef>
                <a:spcPts val="0"/>
              </a:spcBef>
              <a:spcAft>
                <a:spcPts val="0"/>
              </a:spcAft>
              <a:buClr>
                <a:schemeClr val="dk1"/>
              </a:buClr>
              <a:buSzPts val="1000"/>
              <a:buFont typeface="Sora"/>
              <a:buChar char="◆"/>
              <a:defRPr sz="1000">
                <a:solidFill>
                  <a:schemeClr val="dk1"/>
                </a:solidFill>
              </a:defRPr>
            </a:lvl8pPr>
            <a:lvl9pPr marL="4114800" lvl="8" indent="-292100">
              <a:spcBef>
                <a:spcPts val="0"/>
              </a:spcBef>
              <a:spcAft>
                <a:spcPts val="0"/>
              </a:spcAft>
              <a:buClr>
                <a:schemeClr val="dk1"/>
              </a:buClr>
              <a:buSzPts val="1000"/>
              <a:buFont typeface="Sora"/>
              <a:buChar char="●"/>
              <a:defRPr sz="1000">
                <a:solidFill>
                  <a:schemeClr val="dk1"/>
                </a:solidFill>
              </a:defRPr>
            </a:lvl9pPr>
          </a:lstStyle>
          <a:p>
            <a:endParaRPr/>
          </a:p>
        </p:txBody>
      </p:sp>
      <p:sp>
        <p:nvSpPr>
          <p:cNvPr id="406" name="Google Shape;406;p29"/>
          <p:cNvSpPr txBox="1">
            <a:spLocks noGrp="1"/>
          </p:cNvSpPr>
          <p:nvPr>
            <p:ph type="title" idx="20"/>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Headline and two bodies">
  <p:cSld name="BLANK_1_1_1_1_1_1_1_1_1_1_3_2">
    <p:bg>
      <p:bgPr>
        <a:solidFill>
          <a:schemeClr val="lt1"/>
        </a:solidFill>
        <a:effectLst/>
      </p:bgPr>
    </p:bg>
    <p:spTree>
      <p:nvGrpSpPr>
        <p:cNvPr id="1" name="Shape 407"/>
        <p:cNvGrpSpPr/>
        <p:nvPr/>
      </p:nvGrpSpPr>
      <p:grpSpPr>
        <a:xfrm>
          <a:off x="0" y="0"/>
          <a:ext cx="0" cy="0"/>
          <a:chOff x="0" y="0"/>
          <a:chExt cx="0" cy="0"/>
        </a:xfrm>
      </p:grpSpPr>
      <p:sp>
        <p:nvSpPr>
          <p:cNvPr id="408" name="Google Shape;408;p30"/>
          <p:cNvSpPr/>
          <p:nvPr/>
        </p:nvSpPr>
        <p:spPr>
          <a:xfrm rot="-5400000" flipH="1">
            <a:off x="1263236" y="2706539"/>
            <a:ext cx="1173845" cy="3700317"/>
          </a:xfrm>
          <a:custGeom>
            <a:avLst/>
            <a:gdLst/>
            <a:ahLst/>
            <a:cxnLst/>
            <a:rect l="l" t="t" r="r" b="b"/>
            <a:pathLst>
              <a:path w="39886" h="93762" fill="none" extrusionOk="0">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409" name="Google Shape;409;p30"/>
          <p:cNvSpPr/>
          <p:nvPr/>
        </p:nvSpPr>
        <p:spPr>
          <a:xfrm flipH="1">
            <a:off x="228605" y="3621311"/>
            <a:ext cx="3534079" cy="1522191"/>
          </a:xfrm>
          <a:custGeom>
            <a:avLst/>
            <a:gdLst/>
            <a:ahLst/>
            <a:cxnLst/>
            <a:rect l="l" t="t" r="r" b="b"/>
            <a:pathLst>
              <a:path w="109754" h="47273" extrusionOk="0">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410" name="Google Shape;410;p30"/>
          <p:cNvSpPr/>
          <p:nvPr/>
        </p:nvSpPr>
        <p:spPr>
          <a:xfrm flipH="1">
            <a:off x="234700" y="1635550"/>
            <a:ext cx="332100" cy="18900"/>
          </a:xfrm>
          <a:prstGeom prst="rect">
            <a:avLst/>
          </a:prstGeom>
          <a:gradFill>
            <a:gsLst>
              <a:gs pos="0">
                <a:schemeClr val="accent2"/>
              </a:gs>
              <a:gs pos="21000">
                <a:schemeClr val="lt2"/>
              </a:gs>
              <a:gs pos="49000">
                <a:schemeClr val="accent1"/>
              </a:gs>
              <a:gs pos="75000">
                <a:schemeClr val="accent3"/>
              </a:gs>
              <a:gs pos="100000">
                <a:schemeClr val="accent4"/>
              </a:gs>
            </a:gsLst>
            <a:lin ang="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nvGrpSpPr>
          <p:cNvPr id="411" name="Google Shape;411;p30"/>
          <p:cNvGrpSpPr/>
          <p:nvPr/>
        </p:nvGrpSpPr>
        <p:grpSpPr>
          <a:xfrm flipH="1">
            <a:off x="7293000" y="0"/>
            <a:ext cx="1851000" cy="1225325"/>
            <a:chOff x="461225" y="3875100"/>
            <a:chExt cx="1851000" cy="1225325"/>
          </a:xfrm>
        </p:grpSpPr>
        <p:grpSp>
          <p:nvGrpSpPr>
            <p:cNvPr id="412" name="Google Shape;412;p30"/>
            <p:cNvGrpSpPr/>
            <p:nvPr/>
          </p:nvGrpSpPr>
          <p:grpSpPr>
            <a:xfrm>
              <a:off x="461225" y="3875100"/>
              <a:ext cx="1851000" cy="114600"/>
              <a:chOff x="461225" y="3504775"/>
              <a:chExt cx="1851000" cy="114600"/>
            </a:xfrm>
          </p:grpSpPr>
          <p:sp>
            <p:nvSpPr>
              <p:cNvPr id="413" name="Google Shape;413;p30"/>
              <p:cNvSpPr/>
              <p:nvPr/>
            </p:nvSpPr>
            <p:spPr>
              <a:xfrm>
                <a:off x="461225" y="3504775"/>
                <a:ext cx="370200" cy="114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14" name="Google Shape;414;p30"/>
              <p:cNvSpPr/>
              <p:nvPr/>
            </p:nvSpPr>
            <p:spPr>
              <a:xfrm>
                <a:off x="831425" y="3504775"/>
                <a:ext cx="370200" cy="114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15" name="Google Shape;415;p30"/>
              <p:cNvSpPr/>
              <p:nvPr/>
            </p:nvSpPr>
            <p:spPr>
              <a:xfrm>
                <a:off x="1201625" y="3504775"/>
                <a:ext cx="370200" cy="114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16" name="Google Shape;416;p30"/>
              <p:cNvSpPr/>
              <p:nvPr/>
            </p:nvSpPr>
            <p:spPr>
              <a:xfrm>
                <a:off x="1571825" y="3504775"/>
                <a:ext cx="370200" cy="114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17" name="Google Shape;417;p30"/>
              <p:cNvSpPr/>
              <p:nvPr/>
            </p:nvSpPr>
            <p:spPr>
              <a:xfrm>
                <a:off x="1942025" y="3504775"/>
                <a:ext cx="370200" cy="1146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418" name="Google Shape;418;p30"/>
            <p:cNvGrpSpPr/>
            <p:nvPr/>
          </p:nvGrpSpPr>
          <p:grpSpPr>
            <a:xfrm>
              <a:off x="461225" y="3989700"/>
              <a:ext cx="1480800" cy="1110725"/>
              <a:chOff x="461225" y="3249175"/>
              <a:chExt cx="1480800" cy="1110725"/>
            </a:xfrm>
          </p:grpSpPr>
          <p:sp>
            <p:nvSpPr>
              <p:cNvPr id="419" name="Google Shape;419;p30"/>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20" name="Google Shape;420;p30"/>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21" name="Google Shape;421;p30"/>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22" name="Google Shape;422;p30"/>
              <p:cNvSpPr/>
              <p:nvPr/>
            </p:nvSpPr>
            <p:spPr>
              <a:xfrm>
                <a:off x="1201625" y="398970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423" name="Google Shape;423;p30"/>
            <p:cNvGrpSpPr/>
            <p:nvPr/>
          </p:nvGrpSpPr>
          <p:grpSpPr>
            <a:xfrm>
              <a:off x="831425" y="4360025"/>
              <a:ext cx="1480800" cy="370200"/>
              <a:chOff x="831425" y="3249175"/>
              <a:chExt cx="1480800" cy="370200"/>
            </a:xfrm>
          </p:grpSpPr>
          <p:sp>
            <p:nvSpPr>
              <p:cNvPr id="424" name="Google Shape;424;p30"/>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25" name="Google Shape;425;p30"/>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26" name="Google Shape;426;p30"/>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27" name="Google Shape;427;p30"/>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428" name="Google Shape;428;p30"/>
          <p:cNvSpPr txBox="1">
            <a:spLocks noGrp="1"/>
          </p:cNvSpPr>
          <p:nvPr>
            <p:ph type="title"/>
          </p:nvPr>
        </p:nvSpPr>
        <p:spPr>
          <a:xfrm>
            <a:off x="3822450" y="1287875"/>
            <a:ext cx="4295400" cy="277200"/>
          </a:xfrm>
          <a:prstGeom prst="rect">
            <a:avLst/>
          </a:prstGeom>
        </p:spPr>
        <p:txBody>
          <a:bodyPr spcFirstLastPara="1" wrap="square" lIns="0" tIns="91425" rIns="0" bIns="91425" anchor="t" anchorCtr="0">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a:endParaRPr/>
          </a:p>
        </p:txBody>
      </p:sp>
      <p:sp>
        <p:nvSpPr>
          <p:cNvPr id="429" name="Google Shape;429;p30"/>
          <p:cNvSpPr txBox="1">
            <a:spLocks noGrp="1"/>
          </p:cNvSpPr>
          <p:nvPr>
            <p:ph type="title" idx="2"/>
          </p:nvPr>
        </p:nvSpPr>
        <p:spPr>
          <a:xfrm>
            <a:off x="85725" y="1287875"/>
            <a:ext cx="3347400" cy="277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200"/>
              <a:buFont typeface="Sora Medium"/>
              <a:buNone/>
              <a:defRPr sz="1200">
                <a:solidFill>
                  <a:schemeClr val="dk2"/>
                </a:solidFill>
                <a:latin typeface="Sora Medium"/>
                <a:ea typeface="Sora Medium"/>
                <a:cs typeface="Sora Medium"/>
                <a:sym typeface="Sora Medium"/>
              </a:defRPr>
            </a:lvl1pPr>
            <a:lvl2pPr lvl="1">
              <a:spcBef>
                <a:spcPts val="0"/>
              </a:spcBef>
              <a:spcAft>
                <a:spcPts val="0"/>
              </a:spcAft>
              <a:buClr>
                <a:schemeClr val="dk2"/>
              </a:buClr>
              <a:buSzPts val="1200"/>
              <a:buFont typeface="Sora"/>
              <a:buNone/>
              <a:defRPr sz="1200">
                <a:solidFill>
                  <a:schemeClr val="dk2"/>
                </a:solidFill>
                <a:latin typeface="Sora"/>
                <a:ea typeface="Sora"/>
                <a:cs typeface="Sora"/>
                <a:sym typeface="Sora"/>
              </a:defRPr>
            </a:lvl2pPr>
            <a:lvl3pPr lvl="2">
              <a:spcBef>
                <a:spcPts val="0"/>
              </a:spcBef>
              <a:spcAft>
                <a:spcPts val="0"/>
              </a:spcAft>
              <a:buClr>
                <a:schemeClr val="dk2"/>
              </a:buClr>
              <a:buSzPts val="1200"/>
              <a:buFont typeface="Sora"/>
              <a:buNone/>
              <a:defRPr sz="1200">
                <a:solidFill>
                  <a:schemeClr val="dk2"/>
                </a:solidFill>
                <a:latin typeface="Sora"/>
                <a:ea typeface="Sora"/>
                <a:cs typeface="Sora"/>
                <a:sym typeface="Sora"/>
              </a:defRPr>
            </a:lvl3pPr>
            <a:lvl4pPr lvl="3">
              <a:spcBef>
                <a:spcPts val="0"/>
              </a:spcBef>
              <a:spcAft>
                <a:spcPts val="0"/>
              </a:spcAft>
              <a:buClr>
                <a:schemeClr val="dk2"/>
              </a:buClr>
              <a:buSzPts val="1200"/>
              <a:buFont typeface="Sora"/>
              <a:buNone/>
              <a:defRPr sz="1200">
                <a:solidFill>
                  <a:schemeClr val="dk2"/>
                </a:solidFill>
                <a:latin typeface="Sora"/>
                <a:ea typeface="Sora"/>
                <a:cs typeface="Sora"/>
                <a:sym typeface="Sora"/>
              </a:defRPr>
            </a:lvl4pPr>
            <a:lvl5pPr lvl="4">
              <a:spcBef>
                <a:spcPts val="0"/>
              </a:spcBef>
              <a:spcAft>
                <a:spcPts val="0"/>
              </a:spcAft>
              <a:buClr>
                <a:schemeClr val="dk2"/>
              </a:buClr>
              <a:buSzPts val="1200"/>
              <a:buFont typeface="Sora"/>
              <a:buNone/>
              <a:defRPr sz="1200">
                <a:solidFill>
                  <a:schemeClr val="dk2"/>
                </a:solidFill>
                <a:latin typeface="Sora"/>
                <a:ea typeface="Sora"/>
                <a:cs typeface="Sora"/>
                <a:sym typeface="Sora"/>
              </a:defRPr>
            </a:lvl5pPr>
            <a:lvl6pPr lvl="5">
              <a:spcBef>
                <a:spcPts val="0"/>
              </a:spcBef>
              <a:spcAft>
                <a:spcPts val="0"/>
              </a:spcAft>
              <a:buClr>
                <a:schemeClr val="dk2"/>
              </a:buClr>
              <a:buSzPts val="1200"/>
              <a:buFont typeface="Sora"/>
              <a:buNone/>
              <a:defRPr sz="1200">
                <a:solidFill>
                  <a:schemeClr val="dk2"/>
                </a:solidFill>
                <a:latin typeface="Sora"/>
                <a:ea typeface="Sora"/>
                <a:cs typeface="Sora"/>
                <a:sym typeface="Sora"/>
              </a:defRPr>
            </a:lvl6pPr>
            <a:lvl7pPr lvl="6">
              <a:spcBef>
                <a:spcPts val="0"/>
              </a:spcBef>
              <a:spcAft>
                <a:spcPts val="0"/>
              </a:spcAft>
              <a:buClr>
                <a:schemeClr val="dk2"/>
              </a:buClr>
              <a:buSzPts val="1200"/>
              <a:buFont typeface="Sora"/>
              <a:buNone/>
              <a:defRPr sz="1200">
                <a:solidFill>
                  <a:schemeClr val="dk2"/>
                </a:solidFill>
                <a:latin typeface="Sora"/>
                <a:ea typeface="Sora"/>
                <a:cs typeface="Sora"/>
                <a:sym typeface="Sora"/>
              </a:defRPr>
            </a:lvl7pPr>
            <a:lvl8pPr lvl="7">
              <a:spcBef>
                <a:spcPts val="0"/>
              </a:spcBef>
              <a:spcAft>
                <a:spcPts val="0"/>
              </a:spcAft>
              <a:buClr>
                <a:schemeClr val="dk2"/>
              </a:buClr>
              <a:buSzPts val="1200"/>
              <a:buFont typeface="Sora"/>
              <a:buNone/>
              <a:defRPr sz="1200">
                <a:solidFill>
                  <a:schemeClr val="dk2"/>
                </a:solidFill>
                <a:latin typeface="Sora"/>
                <a:ea typeface="Sora"/>
                <a:cs typeface="Sora"/>
                <a:sym typeface="Sora"/>
              </a:defRPr>
            </a:lvl8pPr>
            <a:lvl9pPr lvl="8">
              <a:spcBef>
                <a:spcPts val="0"/>
              </a:spcBef>
              <a:spcAft>
                <a:spcPts val="0"/>
              </a:spcAft>
              <a:buClr>
                <a:schemeClr val="dk2"/>
              </a:buClr>
              <a:buSzPts val="1200"/>
              <a:buFont typeface="Sora"/>
              <a:buNone/>
              <a:defRPr sz="1200">
                <a:solidFill>
                  <a:schemeClr val="dk2"/>
                </a:solidFill>
                <a:latin typeface="Sora"/>
                <a:ea typeface="Sora"/>
                <a:cs typeface="Sora"/>
                <a:sym typeface="Sora"/>
              </a:defRPr>
            </a:lvl9pPr>
          </a:lstStyle>
          <a:p>
            <a:endParaRPr/>
          </a:p>
        </p:txBody>
      </p:sp>
      <p:sp>
        <p:nvSpPr>
          <p:cNvPr id="430" name="Google Shape;430;p30"/>
          <p:cNvSpPr>
            <a:spLocks noGrp="1"/>
          </p:cNvSpPr>
          <p:nvPr>
            <p:ph type="pic" idx="3"/>
          </p:nvPr>
        </p:nvSpPr>
        <p:spPr>
          <a:xfrm>
            <a:off x="227225" y="1832375"/>
            <a:ext cx="821100" cy="785400"/>
          </a:xfrm>
          <a:prstGeom prst="rect">
            <a:avLst/>
          </a:prstGeom>
          <a:noFill/>
          <a:ln>
            <a:noFill/>
          </a:ln>
        </p:spPr>
      </p:sp>
      <p:sp>
        <p:nvSpPr>
          <p:cNvPr id="431" name="Google Shape;431;p30"/>
          <p:cNvSpPr>
            <a:spLocks noGrp="1"/>
          </p:cNvSpPr>
          <p:nvPr>
            <p:ph type="pic" idx="4"/>
          </p:nvPr>
        </p:nvSpPr>
        <p:spPr>
          <a:xfrm>
            <a:off x="227225" y="2672425"/>
            <a:ext cx="821100" cy="785400"/>
          </a:xfrm>
          <a:prstGeom prst="rect">
            <a:avLst/>
          </a:prstGeom>
          <a:noFill/>
          <a:ln>
            <a:noFill/>
          </a:ln>
        </p:spPr>
      </p:sp>
      <p:sp>
        <p:nvSpPr>
          <p:cNvPr id="432" name="Google Shape;432;p30"/>
          <p:cNvSpPr>
            <a:spLocks noGrp="1"/>
          </p:cNvSpPr>
          <p:nvPr>
            <p:ph type="pic" idx="5"/>
          </p:nvPr>
        </p:nvSpPr>
        <p:spPr>
          <a:xfrm>
            <a:off x="227225" y="3512475"/>
            <a:ext cx="821100" cy="785400"/>
          </a:xfrm>
          <a:prstGeom prst="rect">
            <a:avLst/>
          </a:prstGeom>
          <a:noFill/>
          <a:ln>
            <a:noFill/>
          </a:ln>
        </p:spPr>
      </p:sp>
      <p:sp>
        <p:nvSpPr>
          <p:cNvPr id="433" name="Google Shape;433;p30"/>
          <p:cNvSpPr txBox="1">
            <a:spLocks noGrp="1"/>
          </p:cNvSpPr>
          <p:nvPr>
            <p:ph type="title" idx="6"/>
          </p:nvPr>
        </p:nvSpPr>
        <p:spPr>
          <a:xfrm>
            <a:off x="1048325" y="1832375"/>
            <a:ext cx="2069700" cy="785100"/>
          </a:xfrm>
          <a:prstGeom prst="rect">
            <a:avLst/>
          </a:prstGeom>
        </p:spPr>
        <p:txBody>
          <a:bodyPr spcFirstLastPara="1" wrap="square" lIns="182875" tIns="91425" rIns="91425" bIns="91425" anchor="t" anchorCtr="0">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a:endParaRPr/>
          </a:p>
        </p:txBody>
      </p:sp>
      <p:sp>
        <p:nvSpPr>
          <p:cNvPr id="434" name="Google Shape;434;p30"/>
          <p:cNvSpPr txBox="1">
            <a:spLocks noGrp="1"/>
          </p:cNvSpPr>
          <p:nvPr>
            <p:ph type="title" idx="7"/>
          </p:nvPr>
        </p:nvSpPr>
        <p:spPr>
          <a:xfrm>
            <a:off x="1048325" y="2672425"/>
            <a:ext cx="2069700" cy="785100"/>
          </a:xfrm>
          <a:prstGeom prst="rect">
            <a:avLst/>
          </a:prstGeom>
        </p:spPr>
        <p:txBody>
          <a:bodyPr spcFirstLastPara="1" wrap="square" lIns="182875" tIns="91425" rIns="91425" bIns="91425" anchor="t" anchorCtr="0">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a:endParaRPr/>
          </a:p>
        </p:txBody>
      </p:sp>
      <p:sp>
        <p:nvSpPr>
          <p:cNvPr id="435" name="Google Shape;435;p30"/>
          <p:cNvSpPr txBox="1">
            <a:spLocks noGrp="1"/>
          </p:cNvSpPr>
          <p:nvPr>
            <p:ph type="title" idx="8"/>
          </p:nvPr>
        </p:nvSpPr>
        <p:spPr>
          <a:xfrm>
            <a:off x="1048325" y="3512475"/>
            <a:ext cx="2069700" cy="785100"/>
          </a:xfrm>
          <a:prstGeom prst="rect">
            <a:avLst/>
          </a:prstGeom>
        </p:spPr>
        <p:txBody>
          <a:bodyPr spcFirstLastPara="1" wrap="square" lIns="182875" tIns="91425" rIns="91425" bIns="91425" anchor="t" anchorCtr="0">
            <a:noAutofit/>
          </a:bodyPr>
          <a:lstStyle>
            <a:lvl1pPr lvl="0">
              <a:spcBef>
                <a:spcPts val="0"/>
              </a:spcBef>
              <a:spcAft>
                <a:spcPts val="0"/>
              </a:spcAft>
              <a:buClr>
                <a:schemeClr val="dk1"/>
              </a:buClr>
              <a:buSzPts val="1000"/>
              <a:buFont typeface="Sora"/>
              <a:buNone/>
              <a:defRPr sz="1000">
                <a:solidFill>
                  <a:schemeClr val="dk1"/>
                </a:solidFill>
                <a:latin typeface="Sora"/>
                <a:ea typeface="Sora"/>
                <a:cs typeface="Sora"/>
                <a:sym typeface="Sora"/>
              </a:defRPr>
            </a:lvl1pPr>
            <a:lvl2pPr lvl="1">
              <a:spcBef>
                <a:spcPts val="0"/>
              </a:spcBef>
              <a:spcAft>
                <a:spcPts val="0"/>
              </a:spcAft>
              <a:buClr>
                <a:schemeClr val="dk1"/>
              </a:buClr>
              <a:buSzPts val="1000"/>
              <a:buFont typeface="Sora"/>
              <a:buNone/>
              <a:defRPr sz="1000">
                <a:solidFill>
                  <a:schemeClr val="dk1"/>
                </a:solidFill>
                <a:latin typeface="Sora"/>
                <a:ea typeface="Sora"/>
                <a:cs typeface="Sora"/>
                <a:sym typeface="Sora"/>
              </a:defRPr>
            </a:lvl2pPr>
            <a:lvl3pPr lvl="2">
              <a:spcBef>
                <a:spcPts val="0"/>
              </a:spcBef>
              <a:spcAft>
                <a:spcPts val="0"/>
              </a:spcAft>
              <a:buClr>
                <a:schemeClr val="dk1"/>
              </a:buClr>
              <a:buSzPts val="1000"/>
              <a:buFont typeface="Sora"/>
              <a:buNone/>
              <a:defRPr sz="1000">
                <a:solidFill>
                  <a:schemeClr val="dk1"/>
                </a:solidFill>
                <a:latin typeface="Sora"/>
                <a:ea typeface="Sora"/>
                <a:cs typeface="Sora"/>
                <a:sym typeface="Sora"/>
              </a:defRPr>
            </a:lvl3pPr>
            <a:lvl4pPr lvl="3">
              <a:spcBef>
                <a:spcPts val="0"/>
              </a:spcBef>
              <a:spcAft>
                <a:spcPts val="0"/>
              </a:spcAft>
              <a:buClr>
                <a:schemeClr val="dk1"/>
              </a:buClr>
              <a:buSzPts val="1000"/>
              <a:buFont typeface="Sora"/>
              <a:buNone/>
              <a:defRPr sz="1000">
                <a:solidFill>
                  <a:schemeClr val="dk1"/>
                </a:solidFill>
                <a:latin typeface="Sora"/>
                <a:ea typeface="Sora"/>
                <a:cs typeface="Sora"/>
                <a:sym typeface="Sora"/>
              </a:defRPr>
            </a:lvl4pPr>
            <a:lvl5pPr lvl="4">
              <a:spcBef>
                <a:spcPts val="0"/>
              </a:spcBef>
              <a:spcAft>
                <a:spcPts val="0"/>
              </a:spcAft>
              <a:buClr>
                <a:schemeClr val="dk1"/>
              </a:buClr>
              <a:buSzPts val="1000"/>
              <a:buFont typeface="Sora"/>
              <a:buNone/>
              <a:defRPr sz="1000">
                <a:solidFill>
                  <a:schemeClr val="dk1"/>
                </a:solidFill>
                <a:latin typeface="Sora"/>
                <a:ea typeface="Sora"/>
                <a:cs typeface="Sora"/>
                <a:sym typeface="Sora"/>
              </a:defRPr>
            </a:lvl5pPr>
            <a:lvl6pPr lvl="5">
              <a:spcBef>
                <a:spcPts val="0"/>
              </a:spcBef>
              <a:spcAft>
                <a:spcPts val="0"/>
              </a:spcAft>
              <a:buClr>
                <a:schemeClr val="dk1"/>
              </a:buClr>
              <a:buSzPts val="1000"/>
              <a:buFont typeface="Sora"/>
              <a:buNone/>
              <a:defRPr sz="1000">
                <a:solidFill>
                  <a:schemeClr val="dk1"/>
                </a:solidFill>
                <a:latin typeface="Sora"/>
                <a:ea typeface="Sora"/>
                <a:cs typeface="Sora"/>
                <a:sym typeface="Sora"/>
              </a:defRPr>
            </a:lvl6pPr>
            <a:lvl7pPr lvl="6">
              <a:spcBef>
                <a:spcPts val="0"/>
              </a:spcBef>
              <a:spcAft>
                <a:spcPts val="0"/>
              </a:spcAft>
              <a:buClr>
                <a:schemeClr val="dk1"/>
              </a:buClr>
              <a:buSzPts val="1000"/>
              <a:buFont typeface="Sora"/>
              <a:buNone/>
              <a:defRPr sz="1000">
                <a:solidFill>
                  <a:schemeClr val="dk1"/>
                </a:solidFill>
                <a:latin typeface="Sora"/>
                <a:ea typeface="Sora"/>
                <a:cs typeface="Sora"/>
                <a:sym typeface="Sora"/>
              </a:defRPr>
            </a:lvl7pPr>
            <a:lvl8pPr lvl="7">
              <a:spcBef>
                <a:spcPts val="0"/>
              </a:spcBef>
              <a:spcAft>
                <a:spcPts val="0"/>
              </a:spcAft>
              <a:buClr>
                <a:schemeClr val="dk1"/>
              </a:buClr>
              <a:buSzPts val="1000"/>
              <a:buFont typeface="Sora"/>
              <a:buNone/>
              <a:defRPr sz="1000">
                <a:solidFill>
                  <a:schemeClr val="dk1"/>
                </a:solidFill>
                <a:latin typeface="Sora"/>
                <a:ea typeface="Sora"/>
                <a:cs typeface="Sora"/>
                <a:sym typeface="Sora"/>
              </a:defRPr>
            </a:lvl8pPr>
            <a:lvl9pPr lvl="8">
              <a:spcBef>
                <a:spcPts val="0"/>
              </a:spcBef>
              <a:spcAft>
                <a:spcPts val="0"/>
              </a:spcAft>
              <a:buClr>
                <a:schemeClr val="dk1"/>
              </a:buClr>
              <a:buSzPts val="1000"/>
              <a:buFont typeface="Sora"/>
              <a:buNone/>
              <a:defRPr sz="1000">
                <a:solidFill>
                  <a:schemeClr val="dk1"/>
                </a:solidFill>
                <a:latin typeface="Sora"/>
                <a:ea typeface="Sora"/>
                <a:cs typeface="Sora"/>
                <a:sym typeface="Sora"/>
              </a:defRPr>
            </a:lvl9pPr>
          </a:lstStyle>
          <a:p>
            <a:endParaRPr/>
          </a:p>
        </p:txBody>
      </p:sp>
      <p:sp>
        <p:nvSpPr>
          <p:cNvPr id="436" name="Google Shape;436;p30"/>
          <p:cNvSpPr txBox="1">
            <a:spLocks noGrp="1"/>
          </p:cNvSpPr>
          <p:nvPr>
            <p:ph type="title" idx="9"/>
          </p:nvPr>
        </p:nvSpPr>
        <p:spPr>
          <a:xfrm>
            <a:off x="3820750" y="1711525"/>
            <a:ext cx="1800000" cy="1522200"/>
          </a:xfrm>
          <a:prstGeom prst="rect">
            <a:avLst/>
          </a:prstGeom>
        </p:spPr>
        <p:txBody>
          <a:bodyPr spcFirstLastPara="1" wrap="square" lIns="0" tIns="91425" rIns="0" bIns="91425" anchor="t" anchorCtr="0">
            <a:noAutofit/>
          </a:bodyPr>
          <a:lstStyle>
            <a:lvl1pPr lvl="0">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1pPr>
            <a:lvl2pPr lvl="1">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2pPr>
            <a:lvl3pPr lvl="2">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3pPr>
            <a:lvl4pPr lvl="3">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4pPr>
            <a:lvl5pPr lvl="4">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5pPr>
            <a:lvl6pPr lvl="5">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6pPr>
            <a:lvl7pPr lvl="6">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7pPr>
            <a:lvl8pPr lvl="7">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8pPr>
            <a:lvl9pPr lvl="8">
              <a:spcBef>
                <a:spcPts val="0"/>
              </a:spcBef>
              <a:spcAft>
                <a:spcPts val="0"/>
              </a:spcAft>
              <a:buClr>
                <a:schemeClr val="dk2"/>
              </a:buClr>
              <a:buSzPts val="1000"/>
              <a:buFont typeface="Sora Medium"/>
              <a:buNone/>
              <a:defRPr sz="1000">
                <a:solidFill>
                  <a:schemeClr val="dk2"/>
                </a:solidFill>
                <a:latin typeface="Sora Medium"/>
                <a:ea typeface="Sora Medium"/>
                <a:cs typeface="Sora Medium"/>
                <a:sym typeface="Sora Medium"/>
              </a:defRPr>
            </a:lvl9pPr>
          </a:lstStyle>
          <a:p>
            <a:endParaRPr/>
          </a:p>
        </p:txBody>
      </p:sp>
      <p:sp>
        <p:nvSpPr>
          <p:cNvPr id="437" name="Google Shape;437;p30"/>
          <p:cNvSpPr txBox="1">
            <a:spLocks noGrp="1"/>
          </p:cNvSpPr>
          <p:nvPr>
            <p:ph type="title" idx="13"/>
          </p:nvPr>
        </p:nvSpPr>
        <p:spPr>
          <a:xfrm>
            <a:off x="7107575" y="1711450"/>
            <a:ext cx="874200" cy="1522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a:endParaRPr/>
          </a:p>
        </p:txBody>
      </p:sp>
      <p:sp>
        <p:nvSpPr>
          <p:cNvPr id="438" name="Google Shape;438;p30"/>
          <p:cNvSpPr txBox="1">
            <a:spLocks noGrp="1"/>
          </p:cNvSpPr>
          <p:nvPr>
            <p:ph type="title" idx="14"/>
          </p:nvPr>
        </p:nvSpPr>
        <p:spPr>
          <a:xfrm>
            <a:off x="5518325" y="1711575"/>
            <a:ext cx="1322100" cy="15222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1pPr>
            <a:lvl2pPr lvl="1">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2pPr>
            <a:lvl3pPr lvl="2">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3pPr>
            <a:lvl4pPr lvl="3">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4pPr>
            <a:lvl5pPr lvl="4">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5pPr>
            <a:lvl6pPr lvl="5">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6pPr>
            <a:lvl7pPr lvl="6">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7pPr>
            <a:lvl8pPr lvl="7">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8pPr>
            <a:lvl9pPr lvl="8">
              <a:spcBef>
                <a:spcPts val="0"/>
              </a:spcBef>
              <a:spcAft>
                <a:spcPts val="0"/>
              </a:spcAft>
              <a:buClr>
                <a:schemeClr val="dk2"/>
              </a:buClr>
              <a:buSzPts val="1000"/>
              <a:buFont typeface="Sora Light"/>
              <a:buNone/>
              <a:defRPr sz="1000">
                <a:solidFill>
                  <a:schemeClr val="dk2"/>
                </a:solidFill>
                <a:latin typeface="Sora Light"/>
                <a:ea typeface="Sora Light"/>
                <a:cs typeface="Sora Light"/>
                <a:sym typeface="Sora Light"/>
              </a:defRPr>
            </a:lvl9pPr>
          </a:lstStyle>
          <a:p>
            <a:endParaRPr/>
          </a:p>
        </p:txBody>
      </p:sp>
      <p:sp>
        <p:nvSpPr>
          <p:cNvPr id="439" name="Google Shape;439;p30"/>
          <p:cNvSpPr txBox="1">
            <a:spLocks noGrp="1"/>
          </p:cNvSpPr>
          <p:nvPr>
            <p:ph type="title" idx="15"/>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440" name="Google Shape;440;p30"/>
          <p:cNvSpPr txBox="1">
            <a:spLocks noGrp="1"/>
          </p:cNvSpPr>
          <p:nvPr>
            <p:ph type="title" idx="16"/>
          </p:nvPr>
        </p:nvSpPr>
        <p:spPr>
          <a:xfrm>
            <a:off x="93381" y="502775"/>
            <a:ext cx="7178100" cy="7851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a:endParaRPr/>
          </a:p>
        </p:txBody>
      </p:sp>
      <p:sp>
        <p:nvSpPr>
          <p:cNvPr id="441" name="Google Shape;441;p30"/>
          <p:cNvSpPr txBox="1">
            <a:spLocks noGrp="1"/>
          </p:cNvSpPr>
          <p:nvPr>
            <p:ph type="title" idx="17"/>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Headline and Project Roadmap">
  <p:cSld name="BLANK_1_1_1_1_1_1_1_1_1_1_3_1">
    <p:bg>
      <p:bgPr>
        <a:solidFill>
          <a:schemeClr val="lt1"/>
        </a:solidFill>
        <a:effectLst/>
      </p:bgPr>
    </p:bg>
    <p:spTree>
      <p:nvGrpSpPr>
        <p:cNvPr id="1" name="Shape 442"/>
        <p:cNvGrpSpPr/>
        <p:nvPr/>
      </p:nvGrpSpPr>
      <p:grpSpPr>
        <a:xfrm>
          <a:off x="0" y="0"/>
          <a:ext cx="0" cy="0"/>
          <a:chOff x="0" y="0"/>
          <a:chExt cx="0" cy="0"/>
        </a:xfrm>
      </p:grpSpPr>
      <p:sp>
        <p:nvSpPr>
          <p:cNvPr id="443" name="Google Shape;443;p31"/>
          <p:cNvSpPr txBox="1">
            <a:spLocks noGrp="1"/>
          </p:cNvSpPr>
          <p:nvPr>
            <p:ph type="title"/>
          </p:nvPr>
        </p:nvSpPr>
        <p:spPr>
          <a:xfrm>
            <a:off x="134550" y="1339350"/>
            <a:ext cx="1119600" cy="297600"/>
          </a:xfrm>
          <a:prstGeom prst="rect">
            <a:avLst/>
          </a:prstGeom>
        </p:spPr>
        <p:txBody>
          <a:bodyPr spcFirstLastPara="1" wrap="square" lIns="91425" tIns="91425" rIns="91425" bIns="91425" anchor="ctr" anchorCtr="0">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a:endParaRPr/>
          </a:p>
        </p:txBody>
      </p:sp>
      <p:sp>
        <p:nvSpPr>
          <p:cNvPr id="444" name="Google Shape;444;p31"/>
          <p:cNvSpPr txBox="1">
            <a:spLocks noGrp="1"/>
          </p:cNvSpPr>
          <p:nvPr>
            <p:ph type="title" idx="2"/>
          </p:nvPr>
        </p:nvSpPr>
        <p:spPr>
          <a:xfrm>
            <a:off x="1326150" y="904338"/>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a:endParaRPr/>
          </a:p>
        </p:txBody>
      </p:sp>
      <p:sp>
        <p:nvSpPr>
          <p:cNvPr id="445" name="Google Shape;445;p31"/>
          <p:cNvSpPr txBox="1">
            <a:spLocks noGrp="1"/>
          </p:cNvSpPr>
          <p:nvPr>
            <p:ph type="title" idx="3"/>
          </p:nvPr>
        </p:nvSpPr>
        <p:spPr>
          <a:xfrm>
            <a:off x="3877025" y="904338"/>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a:endParaRPr/>
          </a:p>
        </p:txBody>
      </p:sp>
      <p:sp>
        <p:nvSpPr>
          <p:cNvPr id="446" name="Google Shape;446;p31"/>
          <p:cNvSpPr txBox="1">
            <a:spLocks noGrp="1"/>
          </p:cNvSpPr>
          <p:nvPr>
            <p:ph type="title" idx="4"/>
          </p:nvPr>
        </p:nvSpPr>
        <p:spPr>
          <a:xfrm>
            <a:off x="6291700" y="904338"/>
            <a:ext cx="22965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a:endParaRPr/>
          </a:p>
        </p:txBody>
      </p:sp>
      <p:sp>
        <p:nvSpPr>
          <p:cNvPr id="447" name="Google Shape;447;p31"/>
          <p:cNvSpPr txBox="1">
            <a:spLocks noGrp="1"/>
          </p:cNvSpPr>
          <p:nvPr>
            <p:ph type="title" idx="5"/>
          </p:nvPr>
        </p:nvSpPr>
        <p:spPr>
          <a:xfrm>
            <a:off x="134550" y="2545225"/>
            <a:ext cx="11196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a:endParaRPr/>
          </a:p>
        </p:txBody>
      </p:sp>
      <p:sp>
        <p:nvSpPr>
          <p:cNvPr id="448" name="Google Shape;448;p31"/>
          <p:cNvSpPr txBox="1">
            <a:spLocks noGrp="1"/>
          </p:cNvSpPr>
          <p:nvPr>
            <p:ph type="title" idx="6"/>
          </p:nvPr>
        </p:nvSpPr>
        <p:spPr>
          <a:xfrm>
            <a:off x="134550" y="3703975"/>
            <a:ext cx="1119600" cy="2976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000"/>
              <a:buFont typeface="IBM Plex Sans Medium"/>
              <a:buNone/>
              <a:defRPr sz="1000">
                <a:solidFill>
                  <a:schemeClr val="dk2"/>
                </a:solidFill>
                <a:latin typeface="IBM Plex Sans Medium"/>
                <a:ea typeface="IBM Plex Sans Medium"/>
                <a:cs typeface="IBM Plex Sans Medium"/>
                <a:sym typeface="IBM Plex Sans Medium"/>
              </a:defRPr>
            </a:lvl9pPr>
          </a:lstStyle>
          <a:p>
            <a:endParaRPr/>
          </a:p>
        </p:txBody>
      </p:sp>
      <p:sp>
        <p:nvSpPr>
          <p:cNvPr id="449" name="Google Shape;449;p31"/>
          <p:cNvSpPr txBox="1">
            <a:spLocks noGrp="1"/>
          </p:cNvSpPr>
          <p:nvPr>
            <p:ph type="title" idx="7"/>
          </p:nvPr>
        </p:nvSpPr>
        <p:spPr>
          <a:xfrm>
            <a:off x="3877025" y="1339350"/>
            <a:ext cx="2160300" cy="9099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450" name="Google Shape;450;p31"/>
          <p:cNvSpPr txBox="1">
            <a:spLocks noGrp="1"/>
          </p:cNvSpPr>
          <p:nvPr>
            <p:ph type="title" idx="8"/>
          </p:nvPr>
        </p:nvSpPr>
        <p:spPr>
          <a:xfrm>
            <a:off x="3877025" y="2552413"/>
            <a:ext cx="2160300" cy="9099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a:endParaRPr/>
          </a:p>
        </p:txBody>
      </p:sp>
      <p:sp>
        <p:nvSpPr>
          <p:cNvPr id="451" name="Google Shape;451;p31"/>
          <p:cNvSpPr txBox="1">
            <a:spLocks noGrp="1"/>
          </p:cNvSpPr>
          <p:nvPr>
            <p:ph type="title" idx="9"/>
          </p:nvPr>
        </p:nvSpPr>
        <p:spPr>
          <a:xfrm>
            <a:off x="3877025" y="3711169"/>
            <a:ext cx="2160300" cy="9099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Char char="●"/>
              <a:defRPr sz="1000">
                <a:solidFill>
                  <a:schemeClr val="dk2"/>
                </a:solidFill>
                <a:latin typeface="Sora"/>
                <a:ea typeface="Sora"/>
                <a:cs typeface="Sora"/>
                <a:sym typeface="Sora"/>
              </a:defRPr>
            </a:lvl9pPr>
          </a:lstStyle>
          <a:p>
            <a:endParaRPr/>
          </a:p>
        </p:txBody>
      </p:sp>
      <p:sp>
        <p:nvSpPr>
          <p:cNvPr id="452" name="Google Shape;452;p31"/>
          <p:cNvSpPr txBox="1">
            <a:spLocks noGrp="1"/>
          </p:cNvSpPr>
          <p:nvPr>
            <p:ph type="title" idx="13"/>
          </p:nvPr>
        </p:nvSpPr>
        <p:spPr>
          <a:xfrm>
            <a:off x="6427900" y="2552413"/>
            <a:ext cx="2160300" cy="9099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a:endParaRPr/>
          </a:p>
        </p:txBody>
      </p:sp>
      <p:sp>
        <p:nvSpPr>
          <p:cNvPr id="453" name="Google Shape;453;p31"/>
          <p:cNvSpPr txBox="1">
            <a:spLocks noGrp="1"/>
          </p:cNvSpPr>
          <p:nvPr>
            <p:ph type="title" idx="14"/>
          </p:nvPr>
        </p:nvSpPr>
        <p:spPr>
          <a:xfrm>
            <a:off x="6427900" y="1339350"/>
            <a:ext cx="2160300" cy="9099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1"/>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a:endParaRPr/>
          </a:p>
        </p:txBody>
      </p:sp>
      <p:sp>
        <p:nvSpPr>
          <p:cNvPr id="454" name="Google Shape;454;p31"/>
          <p:cNvSpPr txBox="1">
            <a:spLocks noGrp="1"/>
          </p:cNvSpPr>
          <p:nvPr>
            <p:ph type="title" idx="15"/>
          </p:nvPr>
        </p:nvSpPr>
        <p:spPr>
          <a:xfrm>
            <a:off x="6427900" y="3711169"/>
            <a:ext cx="2160300" cy="9099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000"/>
              <a:buFont typeface="Sora"/>
              <a:buChar char="➔"/>
              <a:defRPr sz="1000">
                <a:latin typeface="Sora"/>
                <a:ea typeface="Sora"/>
                <a:cs typeface="Sora"/>
                <a:sym typeface="Sora"/>
              </a:defRPr>
            </a:lvl1pPr>
            <a:lvl2pPr lvl="1">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Char char="●"/>
              <a:defRPr sz="1000">
                <a:solidFill>
                  <a:schemeClr val="lt1"/>
                </a:solidFill>
                <a:latin typeface="Sora"/>
                <a:ea typeface="Sora"/>
                <a:cs typeface="Sora"/>
                <a:sym typeface="Sora"/>
              </a:defRPr>
            </a:lvl9pPr>
          </a:lstStyle>
          <a:p>
            <a:endParaRPr/>
          </a:p>
        </p:txBody>
      </p:sp>
      <p:sp>
        <p:nvSpPr>
          <p:cNvPr id="455" name="Google Shape;455;p31"/>
          <p:cNvSpPr txBox="1">
            <a:spLocks noGrp="1"/>
          </p:cNvSpPr>
          <p:nvPr>
            <p:ph type="title" idx="16"/>
          </p:nvPr>
        </p:nvSpPr>
        <p:spPr>
          <a:xfrm>
            <a:off x="1326150" y="1339350"/>
            <a:ext cx="2296500" cy="9243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456" name="Google Shape;456;p31"/>
          <p:cNvSpPr txBox="1">
            <a:spLocks noGrp="1"/>
          </p:cNvSpPr>
          <p:nvPr>
            <p:ph type="title" idx="17"/>
          </p:nvPr>
        </p:nvSpPr>
        <p:spPr>
          <a:xfrm>
            <a:off x="1326150" y="2545213"/>
            <a:ext cx="2296500" cy="9243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457" name="Google Shape;457;p31"/>
          <p:cNvSpPr txBox="1">
            <a:spLocks noGrp="1"/>
          </p:cNvSpPr>
          <p:nvPr>
            <p:ph type="title" idx="18"/>
          </p:nvPr>
        </p:nvSpPr>
        <p:spPr>
          <a:xfrm>
            <a:off x="1326150" y="3703969"/>
            <a:ext cx="2296500" cy="924300"/>
          </a:xfrm>
          <a:prstGeom prst="rect">
            <a:avLst/>
          </a:prstGeom>
        </p:spPr>
        <p:txBody>
          <a:bodyPr spcFirstLastPara="1" wrap="square" lIns="91425" tIns="91425" rIns="91425" bIns="91425" anchor="t" anchorCtr="0">
            <a:noAutofit/>
          </a:bodyPr>
          <a:lstStyle>
            <a:lvl1pPr lvl="0">
              <a:spcBef>
                <a:spcPts val="0"/>
              </a:spcBef>
              <a:spcAft>
                <a:spcPts val="0"/>
              </a:spcAft>
              <a:buClr>
                <a:schemeClr val="dk2"/>
              </a:buClr>
              <a:buSzPts val="1000"/>
              <a:buFont typeface="Sora"/>
              <a:buNone/>
              <a:defRPr sz="1000">
                <a:solidFill>
                  <a:schemeClr val="dk2"/>
                </a:solidFill>
                <a:latin typeface="Sora"/>
                <a:ea typeface="Sora"/>
                <a:cs typeface="Sora"/>
                <a:sym typeface="Sora"/>
              </a:defRPr>
            </a:lvl1pPr>
            <a:lvl2pPr lvl="1">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458" name="Google Shape;458;p31"/>
          <p:cNvSpPr txBox="1">
            <a:spLocks noGrp="1"/>
          </p:cNvSpPr>
          <p:nvPr>
            <p:ph type="title" idx="19"/>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459" name="Google Shape;459;p31"/>
          <p:cNvSpPr txBox="1">
            <a:spLocks noGrp="1"/>
          </p:cNvSpPr>
          <p:nvPr>
            <p:ph type="title" idx="20"/>
          </p:nvPr>
        </p:nvSpPr>
        <p:spPr>
          <a:xfrm>
            <a:off x="38100" y="319650"/>
            <a:ext cx="3116700" cy="520200"/>
          </a:xfrm>
          <a:prstGeom prst="rect">
            <a:avLst/>
          </a:prstGeom>
        </p:spPr>
        <p:txBody>
          <a:bodyPr spcFirstLastPara="1" wrap="square" lIns="182875" tIns="91425" rIns="91425" bIns="91425" anchor="t" anchorCtr="0">
            <a:sp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a:endParaRPr/>
          </a:p>
        </p:txBody>
      </p:sp>
      <p:sp>
        <p:nvSpPr>
          <p:cNvPr id="460" name="Google Shape;460;p31"/>
          <p:cNvSpPr txBox="1">
            <a:spLocks noGrp="1"/>
          </p:cNvSpPr>
          <p:nvPr>
            <p:ph type="title" idx="21"/>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Roadmap">
  <p:cSld name="BLANK_1_1_1_1_1_1_1_1_1_1_2">
    <p:spTree>
      <p:nvGrpSpPr>
        <p:cNvPr id="1" name="Shape 461"/>
        <p:cNvGrpSpPr/>
        <p:nvPr/>
      </p:nvGrpSpPr>
      <p:grpSpPr>
        <a:xfrm>
          <a:off x="0" y="0"/>
          <a:ext cx="0" cy="0"/>
          <a:chOff x="0" y="0"/>
          <a:chExt cx="0" cy="0"/>
        </a:xfrm>
      </p:grpSpPr>
      <p:sp>
        <p:nvSpPr>
          <p:cNvPr id="462" name="Google Shape;462;p32"/>
          <p:cNvSpPr/>
          <p:nvPr/>
        </p:nvSpPr>
        <p:spPr>
          <a:xfrm>
            <a:off x="8210550" y="-7150"/>
            <a:ext cx="945375" cy="1453000"/>
          </a:xfrm>
          <a:custGeom>
            <a:avLst/>
            <a:gdLst/>
            <a:ahLst/>
            <a:cxnLst/>
            <a:rect l="l" t="t" r="r" b="b"/>
            <a:pathLst>
              <a:path w="37815" h="58120" extrusionOk="0">
                <a:moveTo>
                  <a:pt x="0" y="35846"/>
                </a:moveTo>
                <a:lnTo>
                  <a:pt x="37815" y="58120"/>
                </a:lnTo>
                <a:lnTo>
                  <a:pt x="37589" y="0"/>
                </a:lnTo>
                <a:lnTo>
                  <a:pt x="2413" y="32"/>
                </a:lnTo>
                <a:close/>
              </a:path>
            </a:pathLst>
          </a:custGeom>
          <a:solidFill>
            <a:schemeClr val="lt1"/>
          </a:solidFill>
          <a:ln>
            <a:noFill/>
          </a:ln>
        </p:spPr>
      </p:sp>
      <p:sp>
        <p:nvSpPr>
          <p:cNvPr id="463" name="Google Shape;463;p32"/>
          <p:cNvSpPr/>
          <p:nvPr/>
        </p:nvSpPr>
        <p:spPr>
          <a:xfrm>
            <a:off x="4614025" y="-6850"/>
            <a:ext cx="3659250" cy="1404775"/>
          </a:xfrm>
          <a:custGeom>
            <a:avLst/>
            <a:gdLst/>
            <a:ahLst/>
            <a:cxnLst/>
            <a:rect l="l" t="t" r="r" b="b"/>
            <a:pathLst>
              <a:path w="146370" h="56191" extrusionOk="0">
                <a:moveTo>
                  <a:pt x="5482" y="0"/>
                </a:moveTo>
                <a:lnTo>
                  <a:pt x="0" y="56191"/>
                </a:lnTo>
                <a:lnTo>
                  <a:pt x="144451" y="35907"/>
                </a:lnTo>
                <a:lnTo>
                  <a:pt x="146370" y="274"/>
                </a:lnTo>
                <a:close/>
              </a:path>
            </a:pathLst>
          </a:custGeom>
          <a:gradFill>
            <a:gsLst>
              <a:gs pos="0">
                <a:schemeClr val="accent3"/>
              </a:gs>
              <a:gs pos="35000">
                <a:schemeClr val="accent3"/>
              </a:gs>
              <a:gs pos="100000">
                <a:schemeClr val="accent1"/>
              </a:gs>
            </a:gsLst>
            <a:lin ang="8099331" scaled="0"/>
          </a:gradFill>
          <a:ln>
            <a:noFill/>
          </a:ln>
        </p:spPr>
      </p:sp>
      <p:sp>
        <p:nvSpPr>
          <p:cNvPr id="464" name="Google Shape;464;p32"/>
          <p:cNvSpPr txBox="1">
            <a:spLocks noGrp="1"/>
          </p:cNvSpPr>
          <p:nvPr>
            <p:ph type="title"/>
          </p:nvPr>
        </p:nvSpPr>
        <p:spPr>
          <a:xfrm>
            <a:off x="115025" y="502775"/>
            <a:ext cx="58290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465" name="Google Shape;465;p32"/>
          <p:cNvSpPr txBox="1">
            <a:spLocks noGrp="1"/>
          </p:cNvSpPr>
          <p:nvPr>
            <p:ph type="title" idx="2"/>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466" name="Google Shape;466;p32"/>
          <p:cNvSpPr txBox="1">
            <a:spLocks noGrp="1"/>
          </p:cNvSpPr>
          <p:nvPr>
            <p:ph type="title" idx="3"/>
          </p:nvPr>
        </p:nvSpPr>
        <p:spPr>
          <a:xfrm>
            <a:off x="2117950" y="2031200"/>
            <a:ext cx="825900" cy="361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467" name="Google Shape;467;p32"/>
          <p:cNvSpPr txBox="1">
            <a:spLocks noGrp="1"/>
          </p:cNvSpPr>
          <p:nvPr>
            <p:ph type="title" idx="4"/>
          </p:nvPr>
        </p:nvSpPr>
        <p:spPr>
          <a:xfrm>
            <a:off x="3987300" y="2031200"/>
            <a:ext cx="825900" cy="361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468" name="Google Shape;468;p32"/>
          <p:cNvSpPr txBox="1">
            <a:spLocks noGrp="1"/>
          </p:cNvSpPr>
          <p:nvPr>
            <p:ph type="title" idx="5"/>
          </p:nvPr>
        </p:nvSpPr>
        <p:spPr>
          <a:xfrm>
            <a:off x="389050" y="2031200"/>
            <a:ext cx="825900" cy="361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469" name="Google Shape;469;p32"/>
          <p:cNvSpPr txBox="1">
            <a:spLocks noGrp="1"/>
          </p:cNvSpPr>
          <p:nvPr>
            <p:ph type="title" idx="6"/>
          </p:nvPr>
        </p:nvSpPr>
        <p:spPr>
          <a:xfrm>
            <a:off x="5858938" y="2031200"/>
            <a:ext cx="825900" cy="361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470" name="Google Shape;470;p32"/>
          <p:cNvSpPr txBox="1">
            <a:spLocks noGrp="1"/>
          </p:cNvSpPr>
          <p:nvPr>
            <p:ph type="title" idx="7"/>
          </p:nvPr>
        </p:nvSpPr>
        <p:spPr>
          <a:xfrm>
            <a:off x="7730563" y="1797200"/>
            <a:ext cx="825900" cy="3612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200"/>
              <a:buFont typeface="IBM Plex Sans Medium"/>
              <a:buNone/>
              <a:defRPr sz="1200">
                <a:latin typeface="IBM Plex Sans Medium"/>
                <a:ea typeface="IBM Plex Sans Medium"/>
                <a:cs typeface="IBM Plex Sans Medium"/>
                <a:sym typeface="IBM Plex Sans Medium"/>
              </a:defRPr>
            </a:lvl1pPr>
            <a:lvl2pPr lvl="1"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2pPr>
            <a:lvl3pPr lvl="2"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3pPr>
            <a:lvl4pPr lvl="3"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4pPr>
            <a:lvl5pPr lvl="4"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5pPr>
            <a:lvl6pPr lvl="5"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6pPr>
            <a:lvl7pPr lvl="6"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7pPr>
            <a:lvl8pPr lvl="7"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8pPr>
            <a:lvl9pPr lvl="8" algn="ctr">
              <a:spcBef>
                <a:spcPts val="0"/>
              </a:spcBef>
              <a:spcAft>
                <a:spcPts val="0"/>
              </a:spcAft>
              <a:buClr>
                <a:schemeClr val="lt1"/>
              </a:buClr>
              <a:buSzPts val="1200"/>
              <a:buFont typeface="IBM Plex Sans Medium"/>
              <a:buNone/>
              <a:defRPr sz="1200">
                <a:solidFill>
                  <a:schemeClr val="lt1"/>
                </a:solidFill>
                <a:latin typeface="IBM Plex Sans Medium"/>
                <a:ea typeface="IBM Plex Sans Medium"/>
                <a:cs typeface="IBM Plex Sans Medium"/>
                <a:sym typeface="IBM Plex Sans Medium"/>
              </a:defRPr>
            </a:lvl9pPr>
          </a:lstStyle>
          <a:p>
            <a:endParaRPr/>
          </a:p>
        </p:txBody>
      </p:sp>
      <p:sp>
        <p:nvSpPr>
          <p:cNvPr id="471" name="Google Shape;471;p32"/>
          <p:cNvSpPr txBox="1">
            <a:spLocks noGrp="1"/>
          </p:cNvSpPr>
          <p:nvPr>
            <p:ph type="body" idx="1"/>
          </p:nvPr>
        </p:nvSpPr>
        <p:spPr>
          <a:xfrm>
            <a:off x="148300" y="2960850"/>
            <a:ext cx="1374600" cy="1056300"/>
          </a:xfrm>
          <a:prstGeom prst="rect">
            <a:avLst/>
          </a:prstGeom>
        </p:spPr>
        <p:txBody>
          <a:bodyPr spcFirstLastPara="1" wrap="square" lIns="91425" tIns="91425" rIns="91425" bIns="91425" anchor="t" anchorCtr="0">
            <a:normAutofit/>
          </a:bodyPr>
          <a:lstStyle>
            <a:lvl1pPr marL="457200" lvl="0"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472" name="Google Shape;472;p32"/>
          <p:cNvSpPr txBox="1">
            <a:spLocks noGrp="1"/>
          </p:cNvSpPr>
          <p:nvPr>
            <p:ph type="body" idx="8"/>
          </p:nvPr>
        </p:nvSpPr>
        <p:spPr>
          <a:xfrm>
            <a:off x="3601450" y="2960850"/>
            <a:ext cx="1579500" cy="1056300"/>
          </a:xfrm>
          <a:prstGeom prst="rect">
            <a:avLst/>
          </a:prstGeom>
        </p:spPr>
        <p:txBody>
          <a:bodyPr spcFirstLastPara="1" wrap="square" lIns="91425" tIns="91425" rIns="91425" bIns="91425" anchor="t" anchorCtr="0">
            <a:normAutofit/>
          </a:bodyPr>
          <a:lstStyle>
            <a:lvl1pPr marL="457200" lvl="0"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473" name="Google Shape;473;p32"/>
          <p:cNvSpPr txBox="1">
            <a:spLocks noGrp="1"/>
          </p:cNvSpPr>
          <p:nvPr>
            <p:ph type="body" idx="9"/>
          </p:nvPr>
        </p:nvSpPr>
        <p:spPr>
          <a:xfrm>
            <a:off x="5565675" y="2960850"/>
            <a:ext cx="1487700" cy="1056300"/>
          </a:xfrm>
          <a:prstGeom prst="rect">
            <a:avLst/>
          </a:prstGeom>
        </p:spPr>
        <p:txBody>
          <a:bodyPr spcFirstLastPara="1" wrap="square" lIns="91425" tIns="91425" rIns="91425" bIns="91425" anchor="t" anchorCtr="0">
            <a:normAutofit/>
          </a:bodyPr>
          <a:lstStyle>
            <a:lvl1pPr marL="457200" lvl="0"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474" name="Google Shape;474;p32"/>
          <p:cNvSpPr txBox="1">
            <a:spLocks noGrp="1"/>
          </p:cNvSpPr>
          <p:nvPr>
            <p:ph type="body" idx="13"/>
          </p:nvPr>
        </p:nvSpPr>
        <p:spPr>
          <a:xfrm>
            <a:off x="7346300" y="3194850"/>
            <a:ext cx="1649400" cy="1439700"/>
          </a:xfrm>
          <a:prstGeom prst="rect">
            <a:avLst/>
          </a:prstGeom>
        </p:spPr>
        <p:txBody>
          <a:bodyPr spcFirstLastPara="1" wrap="square" lIns="91425" tIns="91425" rIns="91425" bIns="91425" anchor="t" anchorCtr="0">
            <a:normAutofit/>
          </a:bodyPr>
          <a:lstStyle>
            <a:lvl1pPr marL="457200" lvl="0"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1pPr>
            <a:lvl2pPr marL="914400" lvl="1"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2pPr>
            <a:lvl3pPr marL="1371600" lvl="2"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3pPr>
            <a:lvl4pPr marL="1828800" lvl="3"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4pPr>
            <a:lvl5pPr marL="2286000" lvl="4"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5pPr>
            <a:lvl6pPr marL="2743200" lvl="5"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6pPr>
            <a:lvl7pPr marL="3200400" lvl="6"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7pPr>
            <a:lvl8pPr marL="3657600" lvl="7"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8pPr>
            <a:lvl9pPr marL="4114800" lvl="8" indent="-292100" algn="ctr">
              <a:spcBef>
                <a:spcPts val="0"/>
              </a:spcBef>
              <a:spcAft>
                <a:spcPts val="0"/>
              </a:spcAft>
              <a:buClr>
                <a:schemeClr val="lt1"/>
              </a:buClr>
              <a:buSzPts val="1000"/>
              <a:buFont typeface="Sora Medium"/>
              <a:buChar char="■"/>
              <a:defRPr sz="1000">
                <a:latin typeface="Sora Medium"/>
                <a:ea typeface="Sora Medium"/>
                <a:cs typeface="Sora Medium"/>
                <a:sym typeface="Sora Medium"/>
              </a:defRPr>
            </a:lvl9pPr>
          </a:lstStyle>
          <a:p>
            <a:endParaRPr/>
          </a:p>
        </p:txBody>
      </p:sp>
      <p:sp>
        <p:nvSpPr>
          <p:cNvPr id="475" name="Google Shape;475;p32"/>
          <p:cNvSpPr txBox="1">
            <a:spLocks noGrp="1"/>
          </p:cNvSpPr>
          <p:nvPr>
            <p:ph type="body" idx="14"/>
          </p:nvPr>
        </p:nvSpPr>
        <p:spPr>
          <a:xfrm>
            <a:off x="1842125" y="2960850"/>
            <a:ext cx="1374600" cy="1056300"/>
          </a:xfrm>
          <a:prstGeom prst="rect">
            <a:avLst/>
          </a:prstGeom>
        </p:spPr>
        <p:txBody>
          <a:bodyPr spcFirstLastPara="1" wrap="square" lIns="91425" tIns="91425" rIns="91425" bIns="91425" anchor="t" anchorCtr="0">
            <a:normAutofit/>
          </a:bodyPr>
          <a:lstStyle>
            <a:lvl1pPr marL="457200" lvl="0"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476" name="Google Shape;476;p32"/>
          <p:cNvSpPr txBox="1">
            <a:spLocks noGrp="1"/>
          </p:cNvSpPr>
          <p:nvPr>
            <p:ph type="title" idx="15"/>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Only - Alt 4">
  <p:cSld name="BLANK_1_1_1_1_1_1_1_1_1_1_2_1">
    <p:spTree>
      <p:nvGrpSpPr>
        <p:cNvPr id="1" name="Shape 477"/>
        <p:cNvGrpSpPr/>
        <p:nvPr/>
      </p:nvGrpSpPr>
      <p:grpSpPr>
        <a:xfrm>
          <a:off x="0" y="0"/>
          <a:ext cx="0" cy="0"/>
          <a:chOff x="0" y="0"/>
          <a:chExt cx="0" cy="0"/>
        </a:xfrm>
      </p:grpSpPr>
      <p:grpSp>
        <p:nvGrpSpPr>
          <p:cNvPr id="478" name="Google Shape;478;p33"/>
          <p:cNvGrpSpPr/>
          <p:nvPr/>
        </p:nvGrpSpPr>
        <p:grpSpPr>
          <a:xfrm flipH="1">
            <a:off x="3199575" y="156175"/>
            <a:ext cx="1851000" cy="1225325"/>
            <a:chOff x="461225" y="3875100"/>
            <a:chExt cx="1851000" cy="1225325"/>
          </a:xfrm>
        </p:grpSpPr>
        <p:grpSp>
          <p:nvGrpSpPr>
            <p:cNvPr id="479" name="Google Shape;479;p33"/>
            <p:cNvGrpSpPr/>
            <p:nvPr/>
          </p:nvGrpSpPr>
          <p:grpSpPr>
            <a:xfrm>
              <a:off x="461225" y="3875100"/>
              <a:ext cx="1851000" cy="114600"/>
              <a:chOff x="461225" y="3504775"/>
              <a:chExt cx="1851000" cy="114600"/>
            </a:xfrm>
          </p:grpSpPr>
          <p:sp>
            <p:nvSpPr>
              <p:cNvPr id="480" name="Google Shape;480;p33"/>
              <p:cNvSpPr/>
              <p:nvPr/>
            </p:nvSpPr>
            <p:spPr>
              <a:xfrm>
                <a:off x="4612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81" name="Google Shape;481;p33"/>
              <p:cNvSpPr/>
              <p:nvPr/>
            </p:nvSpPr>
            <p:spPr>
              <a:xfrm>
                <a:off x="8314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82" name="Google Shape;482;p33"/>
              <p:cNvSpPr/>
              <p:nvPr/>
            </p:nvSpPr>
            <p:spPr>
              <a:xfrm>
                <a:off x="12016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83" name="Google Shape;483;p33"/>
              <p:cNvSpPr/>
              <p:nvPr/>
            </p:nvSpPr>
            <p:spPr>
              <a:xfrm>
                <a:off x="15718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84" name="Google Shape;484;p33"/>
              <p:cNvSpPr/>
              <p:nvPr/>
            </p:nvSpPr>
            <p:spPr>
              <a:xfrm>
                <a:off x="19420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485" name="Google Shape;485;p33"/>
            <p:cNvGrpSpPr/>
            <p:nvPr/>
          </p:nvGrpSpPr>
          <p:grpSpPr>
            <a:xfrm>
              <a:off x="461225" y="3989700"/>
              <a:ext cx="1480800" cy="1110725"/>
              <a:chOff x="461225" y="3249175"/>
              <a:chExt cx="1480800" cy="1110725"/>
            </a:xfrm>
          </p:grpSpPr>
          <p:sp>
            <p:nvSpPr>
              <p:cNvPr id="486" name="Google Shape;486;p33"/>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87" name="Google Shape;487;p33"/>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88" name="Google Shape;488;p33"/>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89" name="Google Shape;489;p33"/>
              <p:cNvSpPr/>
              <p:nvPr/>
            </p:nvSpPr>
            <p:spPr>
              <a:xfrm>
                <a:off x="1201625" y="3989700"/>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490" name="Google Shape;490;p33"/>
            <p:cNvGrpSpPr/>
            <p:nvPr/>
          </p:nvGrpSpPr>
          <p:grpSpPr>
            <a:xfrm>
              <a:off x="831425" y="4360025"/>
              <a:ext cx="1480800" cy="370200"/>
              <a:chOff x="831425" y="3249175"/>
              <a:chExt cx="1480800" cy="370200"/>
            </a:xfrm>
          </p:grpSpPr>
          <p:sp>
            <p:nvSpPr>
              <p:cNvPr id="491" name="Google Shape;491;p33"/>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92" name="Google Shape;492;p33"/>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93" name="Google Shape;493;p33"/>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494" name="Google Shape;494;p33"/>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495" name="Google Shape;495;p33"/>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496" name="Google Shape;496;p33"/>
          <p:cNvSpPr/>
          <p:nvPr/>
        </p:nvSpPr>
        <p:spPr>
          <a:xfrm>
            <a:off x="5023375" y="3994875"/>
            <a:ext cx="3941541" cy="1148616"/>
          </a:xfrm>
          <a:custGeom>
            <a:avLst/>
            <a:gdLst/>
            <a:ahLst/>
            <a:cxnLst/>
            <a:rect l="l" t="t" r="r" b="b"/>
            <a:pathLst>
              <a:path w="109754" h="47273" extrusionOk="0">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u="sng">
              <a:solidFill>
                <a:schemeClr val="lt1"/>
              </a:solidFill>
              <a:latin typeface="Sora"/>
              <a:ea typeface="Sora"/>
              <a:cs typeface="Sora"/>
              <a:sym typeface="Sora"/>
            </a:endParaRPr>
          </a:p>
        </p:txBody>
      </p:sp>
      <p:sp>
        <p:nvSpPr>
          <p:cNvPr id="497" name="Google Shape;497;p33"/>
          <p:cNvSpPr/>
          <p:nvPr/>
        </p:nvSpPr>
        <p:spPr>
          <a:xfrm rot="5400000">
            <a:off x="6364434" y="2363929"/>
            <a:ext cx="912991" cy="4646142"/>
          </a:xfrm>
          <a:custGeom>
            <a:avLst/>
            <a:gdLst/>
            <a:ahLst/>
            <a:cxnLst/>
            <a:rect l="l" t="t" r="r" b="b"/>
            <a:pathLst>
              <a:path w="39886" h="93762" fill="none" extrusionOk="0">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498" name="Google Shape;498;p33"/>
          <p:cNvSpPr txBox="1">
            <a:spLocks noGrp="1"/>
          </p:cNvSpPr>
          <p:nvPr>
            <p:ph type="title" idx="2"/>
          </p:nvPr>
        </p:nvSpPr>
        <p:spPr>
          <a:xfrm>
            <a:off x="115025" y="502775"/>
            <a:ext cx="39417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499" name="Google Shape;499;p33"/>
          <p:cNvSpPr/>
          <p:nvPr/>
        </p:nvSpPr>
        <p:spPr>
          <a:xfrm>
            <a:off x="1643225" y="-725"/>
            <a:ext cx="5761425" cy="711800"/>
          </a:xfrm>
          <a:custGeom>
            <a:avLst/>
            <a:gdLst/>
            <a:ahLst/>
            <a:cxnLst/>
            <a:rect l="l" t="t" r="r" b="b"/>
            <a:pathLst>
              <a:path w="230457" h="28472" extrusionOk="0">
                <a:moveTo>
                  <a:pt x="0" y="0"/>
                </a:moveTo>
                <a:lnTo>
                  <a:pt x="230457" y="28472"/>
                </a:lnTo>
                <a:lnTo>
                  <a:pt x="220381" y="20"/>
                </a:lnTo>
                <a:close/>
              </a:path>
            </a:pathLst>
          </a:custGeom>
          <a:solidFill>
            <a:schemeClr val="lt1"/>
          </a:solidFill>
          <a:ln>
            <a:noFill/>
          </a:ln>
        </p:spPr>
      </p:sp>
      <p:sp>
        <p:nvSpPr>
          <p:cNvPr id="500" name="Google Shape;500;p33"/>
          <p:cNvSpPr/>
          <p:nvPr/>
        </p:nvSpPr>
        <p:spPr>
          <a:xfrm>
            <a:off x="7140700" y="-1350"/>
            <a:ext cx="2003375" cy="714225"/>
          </a:xfrm>
          <a:custGeom>
            <a:avLst/>
            <a:gdLst/>
            <a:ahLst/>
            <a:cxnLst/>
            <a:rect l="l" t="t" r="r" b="b"/>
            <a:pathLst>
              <a:path w="80135" h="28569" extrusionOk="0">
                <a:moveTo>
                  <a:pt x="10558" y="28569"/>
                </a:moveTo>
                <a:lnTo>
                  <a:pt x="67491" y="18220"/>
                </a:lnTo>
                <a:lnTo>
                  <a:pt x="80135" y="0"/>
                </a:lnTo>
                <a:lnTo>
                  <a:pt x="0" y="45"/>
                </a:lnTo>
                <a:close/>
              </a:path>
            </a:pathLst>
          </a:custGeom>
          <a:gradFill>
            <a:gsLst>
              <a:gs pos="0">
                <a:schemeClr val="accent2"/>
              </a:gs>
              <a:gs pos="21000">
                <a:schemeClr val="lt2"/>
              </a:gs>
              <a:gs pos="49000">
                <a:schemeClr val="accent1"/>
              </a:gs>
              <a:gs pos="75000">
                <a:schemeClr val="accent3"/>
              </a:gs>
              <a:gs pos="100000">
                <a:schemeClr val="accent4"/>
              </a:gs>
            </a:gsLst>
            <a:lin ang="0" scaled="0"/>
          </a:gradFill>
          <a:ln>
            <a:noFill/>
          </a:ln>
          <a:effectLst>
            <a:outerShdw blurRad="314325" dist="28575" dir="5400000" algn="bl" rotWithShape="0">
              <a:schemeClr val="accent4">
                <a:alpha val="24000"/>
              </a:schemeClr>
            </a:outerShdw>
          </a:effectLst>
        </p:spPr>
      </p:sp>
      <p:sp>
        <p:nvSpPr>
          <p:cNvPr id="501" name="Google Shape;501;p33"/>
          <p:cNvSpPr txBox="1">
            <a:spLocks noGrp="1"/>
          </p:cNvSpPr>
          <p:nvPr>
            <p:ph type="title" idx="3"/>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Tree>
  </p:cSld>
  <p:clrMapOvr>
    <a:masterClrMapping/>
  </p:clrMapOvr>
  <p:extLst>
    <p:ext uri="{DCECCB84-F9BA-43D5-87BE-67443E8EF086}">
      <p15:sldGuideLst xmlns:p15="http://schemas.microsoft.com/office/powerpoint/2012/main">
        <p15:guide id="1" orient="horz" pos="317">
          <p15:clr>
            <a:srgbClr val="E46962"/>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Steps">
  <p:cSld name="BLANK_1_1_1_1_1_1_1_1_1_1_2_1_1">
    <p:spTree>
      <p:nvGrpSpPr>
        <p:cNvPr id="1" name="Shape 502"/>
        <p:cNvGrpSpPr/>
        <p:nvPr/>
      </p:nvGrpSpPr>
      <p:grpSpPr>
        <a:xfrm>
          <a:off x="0" y="0"/>
          <a:ext cx="0" cy="0"/>
          <a:chOff x="0" y="0"/>
          <a:chExt cx="0" cy="0"/>
        </a:xfrm>
      </p:grpSpPr>
      <p:grpSp>
        <p:nvGrpSpPr>
          <p:cNvPr id="503" name="Google Shape;503;p34"/>
          <p:cNvGrpSpPr/>
          <p:nvPr/>
        </p:nvGrpSpPr>
        <p:grpSpPr>
          <a:xfrm flipH="1">
            <a:off x="3199575" y="156175"/>
            <a:ext cx="1851000" cy="1225325"/>
            <a:chOff x="461225" y="3875100"/>
            <a:chExt cx="1851000" cy="1225325"/>
          </a:xfrm>
        </p:grpSpPr>
        <p:grpSp>
          <p:nvGrpSpPr>
            <p:cNvPr id="504" name="Google Shape;504;p34"/>
            <p:cNvGrpSpPr/>
            <p:nvPr/>
          </p:nvGrpSpPr>
          <p:grpSpPr>
            <a:xfrm>
              <a:off x="461225" y="3875100"/>
              <a:ext cx="1851000" cy="114600"/>
              <a:chOff x="461225" y="3504775"/>
              <a:chExt cx="1851000" cy="114600"/>
            </a:xfrm>
          </p:grpSpPr>
          <p:sp>
            <p:nvSpPr>
              <p:cNvPr id="505" name="Google Shape;505;p34"/>
              <p:cNvSpPr/>
              <p:nvPr/>
            </p:nvSpPr>
            <p:spPr>
              <a:xfrm>
                <a:off x="4612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06" name="Google Shape;506;p34"/>
              <p:cNvSpPr/>
              <p:nvPr/>
            </p:nvSpPr>
            <p:spPr>
              <a:xfrm>
                <a:off x="8314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07" name="Google Shape;507;p34"/>
              <p:cNvSpPr/>
              <p:nvPr/>
            </p:nvSpPr>
            <p:spPr>
              <a:xfrm>
                <a:off x="12016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08" name="Google Shape;508;p34"/>
              <p:cNvSpPr/>
              <p:nvPr/>
            </p:nvSpPr>
            <p:spPr>
              <a:xfrm>
                <a:off x="15718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09" name="Google Shape;509;p34"/>
              <p:cNvSpPr/>
              <p:nvPr/>
            </p:nvSpPr>
            <p:spPr>
              <a:xfrm>
                <a:off x="1942025" y="3504775"/>
                <a:ext cx="370200" cy="1146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10" name="Google Shape;510;p34"/>
            <p:cNvGrpSpPr/>
            <p:nvPr/>
          </p:nvGrpSpPr>
          <p:grpSpPr>
            <a:xfrm>
              <a:off x="461225" y="3989700"/>
              <a:ext cx="1480800" cy="1110725"/>
              <a:chOff x="461225" y="3249175"/>
              <a:chExt cx="1480800" cy="1110725"/>
            </a:xfrm>
          </p:grpSpPr>
          <p:sp>
            <p:nvSpPr>
              <p:cNvPr id="511" name="Google Shape;511;p34"/>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12" name="Google Shape;512;p34"/>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13" name="Google Shape;513;p34"/>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14" name="Google Shape;514;p34"/>
              <p:cNvSpPr/>
              <p:nvPr/>
            </p:nvSpPr>
            <p:spPr>
              <a:xfrm>
                <a:off x="1201625" y="3989700"/>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15" name="Google Shape;515;p34"/>
            <p:cNvGrpSpPr/>
            <p:nvPr/>
          </p:nvGrpSpPr>
          <p:grpSpPr>
            <a:xfrm>
              <a:off x="831425" y="4360025"/>
              <a:ext cx="1480800" cy="370200"/>
              <a:chOff x="831425" y="3249175"/>
              <a:chExt cx="1480800" cy="370200"/>
            </a:xfrm>
          </p:grpSpPr>
          <p:sp>
            <p:nvSpPr>
              <p:cNvPr id="516" name="Google Shape;516;p34"/>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17" name="Google Shape;517;p34"/>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18" name="Google Shape;518;p34"/>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19" name="Google Shape;519;p34"/>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520" name="Google Shape;520;p34"/>
          <p:cNvSpPr/>
          <p:nvPr/>
        </p:nvSpPr>
        <p:spPr>
          <a:xfrm>
            <a:off x="5023375" y="3994875"/>
            <a:ext cx="3941541" cy="1148616"/>
          </a:xfrm>
          <a:custGeom>
            <a:avLst/>
            <a:gdLst/>
            <a:ahLst/>
            <a:cxnLst/>
            <a:rect l="l" t="t" r="r" b="b"/>
            <a:pathLst>
              <a:path w="109754" h="47273" extrusionOk="0">
                <a:moveTo>
                  <a:pt x="93188" y="0"/>
                </a:moveTo>
                <a:lnTo>
                  <a:pt x="91918" y="29"/>
                </a:lnTo>
                <a:lnTo>
                  <a:pt x="90619" y="87"/>
                </a:lnTo>
                <a:lnTo>
                  <a:pt x="89292" y="144"/>
                </a:lnTo>
                <a:lnTo>
                  <a:pt x="87906" y="260"/>
                </a:lnTo>
                <a:lnTo>
                  <a:pt x="86521" y="404"/>
                </a:lnTo>
                <a:lnTo>
                  <a:pt x="85107" y="606"/>
                </a:lnTo>
                <a:lnTo>
                  <a:pt x="83664" y="808"/>
                </a:lnTo>
                <a:lnTo>
                  <a:pt x="82163" y="1039"/>
                </a:lnTo>
                <a:lnTo>
                  <a:pt x="80663" y="1328"/>
                </a:lnTo>
                <a:lnTo>
                  <a:pt x="79162" y="1616"/>
                </a:lnTo>
                <a:lnTo>
                  <a:pt x="77604" y="1963"/>
                </a:lnTo>
                <a:lnTo>
                  <a:pt x="76045" y="2309"/>
                </a:lnTo>
                <a:lnTo>
                  <a:pt x="74458" y="2713"/>
                </a:lnTo>
                <a:lnTo>
                  <a:pt x="72842" y="3146"/>
                </a:lnTo>
                <a:lnTo>
                  <a:pt x="71226" y="3579"/>
                </a:lnTo>
                <a:lnTo>
                  <a:pt x="69581" y="4069"/>
                </a:lnTo>
                <a:lnTo>
                  <a:pt x="67907" y="4560"/>
                </a:lnTo>
                <a:lnTo>
                  <a:pt x="66233" y="5108"/>
                </a:lnTo>
                <a:lnTo>
                  <a:pt x="64559" y="5657"/>
                </a:lnTo>
                <a:lnTo>
                  <a:pt x="62856" y="6263"/>
                </a:lnTo>
                <a:lnTo>
                  <a:pt x="61154" y="6869"/>
                </a:lnTo>
                <a:lnTo>
                  <a:pt x="59422" y="7504"/>
                </a:lnTo>
                <a:lnTo>
                  <a:pt x="57690" y="8167"/>
                </a:lnTo>
                <a:lnTo>
                  <a:pt x="55959" y="8860"/>
                </a:lnTo>
                <a:lnTo>
                  <a:pt x="54227" y="9582"/>
                </a:lnTo>
                <a:lnTo>
                  <a:pt x="52467" y="10332"/>
                </a:lnTo>
                <a:lnTo>
                  <a:pt x="50735" y="11082"/>
                </a:lnTo>
                <a:lnTo>
                  <a:pt x="48975" y="11890"/>
                </a:lnTo>
                <a:lnTo>
                  <a:pt x="47214" y="12698"/>
                </a:lnTo>
                <a:lnTo>
                  <a:pt x="45454" y="13535"/>
                </a:lnTo>
                <a:lnTo>
                  <a:pt x="43694" y="14401"/>
                </a:lnTo>
                <a:lnTo>
                  <a:pt x="41933" y="15296"/>
                </a:lnTo>
                <a:lnTo>
                  <a:pt x="40230" y="16190"/>
                </a:lnTo>
                <a:lnTo>
                  <a:pt x="38528" y="17085"/>
                </a:lnTo>
                <a:lnTo>
                  <a:pt x="36825" y="18009"/>
                </a:lnTo>
                <a:lnTo>
                  <a:pt x="35122" y="18961"/>
                </a:lnTo>
                <a:lnTo>
                  <a:pt x="33477" y="19913"/>
                </a:lnTo>
                <a:lnTo>
                  <a:pt x="31832" y="20895"/>
                </a:lnTo>
                <a:lnTo>
                  <a:pt x="30187" y="21876"/>
                </a:lnTo>
                <a:lnTo>
                  <a:pt x="28600" y="22857"/>
                </a:lnTo>
                <a:lnTo>
                  <a:pt x="27013" y="23867"/>
                </a:lnTo>
                <a:lnTo>
                  <a:pt x="25454" y="24877"/>
                </a:lnTo>
                <a:lnTo>
                  <a:pt x="23925" y="25887"/>
                </a:lnTo>
                <a:lnTo>
                  <a:pt x="22395" y="26926"/>
                </a:lnTo>
                <a:lnTo>
                  <a:pt x="20923" y="27965"/>
                </a:lnTo>
                <a:lnTo>
                  <a:pt x="19480" y="29004"/>
                </a:lnTo>
                <a:lnTo>
                  <a:pt x="18037" y="30072"/>
                </a:lnTo>
                <a:lnTo>
                  <a:pt x="16652" y="31111"/>
                </a:lnTo>
                <a:lnTo>
                  <a:pt x="15354" y="32150"/>
                </a:lnTo>
                <a:lnTo>
                  <a:pt x="14084" y="33160"/>
                </a:lnTo>
                <a:lnTo>
                  <a:pt x="12843" y="34199"/>
                </a:lnTo>
                <a:lnTo>
                  <a:pt x="11631" y="35209"/>
                </a:lnTo>
                <a:lnTo>
                  <a:pt x="10447" y="36248"/>
                </a:lnTo>
                <a:lnTo>
                  <a:pt x="9293" y="37258"/>
                </a:lnTo>
                <a:lnTo>
                  <a:pt x="8196" y="38297"/>
                </a:lnTo>
                <a:lnTo>
                  <a:pt x="7129" y="39307"/>
                </a:lnTo>
                <a:lnTo>
                  <a:pt x="6090" y="40317"/>
                </a:lnTo>
                <a:lnTo>
                  <a:pt x="5108" y="41327"/>
                </a:lnTo>
                <a:lnTo>
                  <a:pt x="4156" y="42337"/>
                </a:lnTo>
                <a:lnTo>
                  <a:pt x="3233" y="43347"/>
                </a:lnTo>
                <a:lnTo>
                  <a:pt x="2367" y="44357"/>
                </a:lnTo>
                <a:lnTo>
                  <a:pt x="1530" y="45339"/>
                </a:lnTo>
                <a:lnTo>
                  <a:pt x="751" y="46320"/>
                </a:lnTo>
                <a:lnTo>
                  <a:pt x="0" y="47272"/>
                </a:lnTo>
                <a:lnTo>
                  <a:pt x="76016" y="47272"/>
                </a:lnTo>
                <a:lnTo>
                  <a:pt x="78152" y="45916"/>
                </a:lnTo>
                <a:lnTo>
                  <a:pt x="80230" y="44531"/>
                </a:lnTo>
                <a:lnTo>
                  <a:pt x="82250" y="43145"/>
                </a:lnTo>
                <a:lnTo>
                  <a:pt x="84241" y="41731"/>
                </a:lnTo>
                <a:lnTo>
                  <a:pt x="86146" y="40317"/>
                </a:lnTo>
                <a:lnTo>
                  <a:pt x="88022" y="38903"/>
                </a:lnTo>
                <a:lnTo>
                  <a:pt x="89840" y="37460"/>
                </a:lnTo>
                <a:lnTo>
                  <a:pt x="91572" y="36046"/>
                </a:lnTo>
                <a:lnTo>
                  <a:pt x="93245" y="34603"/>
                </a:lnTo>
                <a:lnTo>
                  <a:pt x="94862" y="33160"/>
                </a:lnTo>
                <a:lnTo>
                  <a:pt x="96420" y="31717"/>
                </a:lnTo>
                <a:lnTo>
                  <a:pt x="97892" y="30303"/>
                </a:lnTo>
                <a:lnTo>
                  <a:pt x="99277" y="28860"/>
                </a:lnTo>
                <a:lnTo>
                  <a:pt x="100605" y="27446"/>
                </a:lnTo>
                <a:lnTo>
                  <a:pt x="101846" y="26060"/>
                </a:lnTo>
                <a:lnTo>
                  <a:pt x="103000" y="24646"/>
                </a:lnTo>
                <a:lnTo>
                  <a:pt x="104068" y="23290"/>
                </a:lnTo>
                <a:lnTo>
                  <a:pt x="105049" y="21934"/>
                </a:lnTo>
                <a:lnTo>
                  <a:pt x="105944" y="20606"/>
                </a:lnTo>
                <a:lnTo>
                  <a:pt x="106752" y="19307"/>
                </a:lnTo>
                <a:lnTo>
                  <a:pt x="107444" y="18037"/>
                </a:lnTo>
                <a:lnTo>
                  <a:pt x="107791" y="17431"/>
                </a:lnTo>
                <a:lnTo>
                  <a:pt x="108079" y="16796"/>
                </a:lnTo>
                <a:lnTo>
                  <a:pt x="108339" y="16190"/>
                </a:lnTo>
                <a:lnTo>
                  <a:pt x="108599" y="15584"/>
                </a:lnTo>
                <a:lnTo>
                  <a:pt x="108830" y="15007"/>
                </a:lnTo>
                <a:lnTo>
                  <a:pt x="109032" y="14401"/>
                </a:lnTo>
                <a:lnTo>
                  <a:pt x="109205" y="13824"/>
                </a:lnTo>
                <a:lnTo>
                  <a:pt x="109349" y="13218"/>
                </a:lnTo>
                <a:lnTo>
                  <a:pt x="109493" y="12670"/>
                </a:lnTo>
                <a:lnTo>
                  <a:pt x="109609" y="12092"/>
                </a:lnTo>
                <a:lnTo>
                  <a:pt x="109667" y="11544"/>
                </a:lnTo>
                <a:lnTo>
                  <a:pt x="109724" y="10996"/>
                </a:lnTo>
                <a:lnTo>
                  <a:pt x="109753" y="10447"/>
                </a:lnTo>
                <a:lnTo>
                  <a:pt x="109753" y="9928"/>
                </a:lnTo>
                <a:lnTo>
                  <a:pt x="109753" y="9437"/>
                </a:lnTo>
                <a:lnTo>
                  <a:pt x="109695" y="8918"/>
                </a:lnTo>
                <a:lnTo>
                  <a:pt x="109609" y="8427"/>
                </a:lnTo>
                <a:lnTo>
                  <a:pt x="109522" y="7965"/>
                </a:lnTo>
                <a:lnTo>
                  <a:pt x="109378" y="7504"/>
                </a:lnTo>
                <a:lnTo>
                  <a:pt x="109234" y="7042"/>
                </a:lnTo>
                <a:lnTo>
                  <a:pt x="109060" y="6609"/>
                </a:lnTo>
                <a:lnTo>
                  <a:pt x="108858" y="6176"/>
                </a:lnTo>
                <a:lnTo>
                  <a:pt x="108656" y="5801"/>
                </a:lnTo>
                <a:lnTo>
                  <a:pt x="108426" y="5426"/>
                </a:lnTo>
                <a:lnTo>
                  <a:pt x="108195" y="5079"/>
                </a:lnTo>
                <a:lnTo>
                  <a:pt x="107935" y="4733"/>
                </a:lnTo>
                <a:lnTo>
                  <a:pt x="107646" y="4416"/>
                </a:lnTo>
                <a:lnTo>
                  <a:pt x="107358" y="4098"/>
                </a:lnTo>
                <a:lnTo>
                  <a:pt x="107011" y="3810"/>
                </a:lnTo>
                <a:lnTo>
                  <a:pt x="106694" y="3492"/>
                </a:lnTo>
                <a:lnTo>
                  <a:pt x="106319" y="3232"/>
                </a:lnTo>
                <a:lnTo>
                  <a:pt x="105944" y="2944"/>
                </a:lnTo>
                <a:lnTo>
                  <a:pt x="105568" y="2684"/>
                </a:lnTo>
                <a:lnTo>
                  <a:pt x="105164" y="2453"/>
                </a:lnTo>
                <a:lnTo>
                  <a:pt x="104732" y="2222"/>
                </a:lnTo>
                <a:lnTo>
                  <a:pt x="104270" y="1991"/>
                </a:lnTo>
                <a:lnTo>
                  <a:pt x="103808" y="1789"/>
                </a:lnTo>
                <a:lnTo>
                  <a:pt x="103317" y="1587"/>
                </a:lnTo>
                <a:lnTo>
                  <a:pt x="102307" y="1212"/>
                </a:lnTo>
                <a:lnTo>
                  <a:pt x="101211" y="895"/>
                </a:lnTo>
                <a:lnTo>
                  <a:pt x="100027" y="635"/>
                </a:lnTo>
                <a:lnTo>
                  <a:pt x="98815" y="404"/>
                </a:lnTo>
                <a:lnTo>
                  <a:pt x="97517" y="231"/>
                </a:lnTo>
                <a:lnTo>
                  <a:pt x="96131" y="116"/>
                </a:lnTo>
                <a:lnTo>
                  <a:pt x="94688" y="29"/>
                </a:lnTo>
                <a:lnTo>
                  <a:pt x="93188" y="0"/>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521" name="Google Shape;521;p34"/>
          <p:cNvSpPr/>
          <p:nvPr/>
        </p:nvSpPr>
        <p:spPr>
          <a:xfrm rot="5400000">
            <a:off x="6364434" y="2363929"/>
            <a:ext cx="912991" cy="4646142"/>
          </a:xfrm>
          <a:custGeom>
            <a:avLst/>
            <a:gdLst/>
            <a:ahLst/>
            <a:cxnLst/>
            <a:rect l="l" t="t" r="r" b="b"/>
            <a:pathLst>
              <a:path w="39886" h="93762" fill="none" extrusionOk="0">
                <a:moveTo>
                  <a:pt x="39886" y="0"/>
                </a:moveTo>
                <a:lnTo>
                  <a:pt x="7330" y="0"/>
                </a:lnTo>
                <a:lnTo>
                  <a:pt x="7330" y="0"/>
                </a:lnTo>
                <a:lnTo>
                  <a:pt x="6362" y="3051"/>
                </a:lnTo>
                <a:lnTo>
                  <a:pt x="5470" y="6176"/>
                </a:lnTo>
                <a:lnTo>
                  <a:pt x="4614" y="9413"/>
                </a:lnTo>
                <a:lnTo>
                  <a:pt x="3832" y="12725"/>
                </a:lnTo>
                <a:lnTo>
                  <a:pt x="3088" y="16148"/>
                </a:lnTo>
                <a:lnTo>
                  <a:pt x="2456" y="19608"/>
                </a:lnTo>
                <a:lnTo>
                  <a:pt x="1860" y="23143"/>
                </a:lnTo>
                <a:lnTo>
                  <a:pt x="1340" y="26715"/>
                </a:lnTo>
                <a:lnTo>
                  <a:pt x="1340" y="26715"/>
                </a:lnTo>
                <a:lnTo>
                  <a:pt x="930" y="29989"/>
                </a:lnTo>
                <a:lnTo>
                  <a:pt x="633" y="33263"/>
                </a:lnTo>
                <a:lnTo>
                  <a:pt x="372" y="36463"/>
                </a:lnTo>
                <a:lnTo>
                  <a:pt x="186" y="39625"/>
                </a:lnTo>
                <a:lnTo>
                  <a:pt x="37" y="42714"/>
                </a:lnTo>
                <a:lnTo>
                  <a:pt x="0" y="45802"/>
                </a:lnTo>
                <a:lnTo>
                  <a:pt x="0" y="48778"/>
                </a:lnTo>
                <a:lnTo>
                  <a:pt x="112" y="51755"/>
                </a:lnTo>
                <a:lnTo>
                  <a:pt x="223" y="54620"/>
                </a:lnTo>
                <a:lnTo>
                  <a:pt x="447" y="57448"/>
                </a:lnTo>
                <a:lnTo>
                  <a:pt x="707" y="60201"/>
                </a:lnTo>
                <a:lnTo>
                  <a:pt x="1042" y="62843"/>
                </a:lnTo>
                <a:lnTo>
                  <a:pt x="1414" y="65447"/>
                </a:lnTo>
                <a:lnTo>
                  <a:pt x="1860" y="67940"/>
                </a:lnTo>
                <a:lnTo>
                  <a:pt x="2381" y="70358"/>
                </a:lnTo>
                <a:lnTo>
                  <a:pt x="2939" y="72665"/>
                </a:lnTo>
                <a:lnTo>
                  <a:pt x="3535" y="74898"/>
                </a:lnTo>
                <a:lnTo>
                  <a:pt x="4204" y="77018"/>
                </a:lnTo>
                <a:lnTo>
                  <a:pt x="4949" y="79028"/>
                </a:lnTo>
                <a:lnTo>
                  <a:pt x="5321" y="79995"/>
                </a:lnTo>
                <a:lnTo>
                  <a:pt x="5693" y="80925"/>
                </a:lnTo>
                <a:lnTo>
                  <a:pt x="6102" y="81855"/>
                </a:lnTo>
                <a:lnTo>
                  <a:pt x="6549" y="82748"/>
                </a:lnTo>
                <a:lnTo>
                  <a:pt x="6958" y="83567"/>
                </a:lnTo>
                <a:lnTo>
                  <a:pt x="7404" y="84385"/>
                </a:lnTo>
                <a:lnTo>
                  <a:pt x="7851" y="85204"/>
                </a:lnTo>
                <a:lnTo>
                  <a:pt x="8334" y="85948"/>
                </a:lnTo>
                <a:lnTo>
                  <a:pt x="8818" y="86692"/>
                </a:lnTo>
                <a:lnTo>
                  <a:pt x="9302" y="87362"/>
                </a:lnTo>
                <a:lnTo>
                  <a:pt x="9786" y="88032"/>
                </a:lnTo>
                <a:lnTo>
                  <a:pt x="10306" y="88664"/>
                </a:lnTo>
                <a:lnTo>
                  <a:pt x="10827" y="89259"/>
                </a:lnTo>
                <a:lnTo>
                  <a:pt x="11385" y="89818"/>
                </a:lnTo>
                <a:lnTo>
                  <a:pt x="11906" y="90338"/>
                </a:lnTo>
                <a:lnTo>
                  <a:pt x="12464" y="90822"/>
                </a:lnTo>
                <a:lnTo>
                  <a:pt x="13060" y="91306"/>
                </a:lnTo>
                <a:lnTo>
                  <a:pt x="13618" y="91715"/>
                </a:lnTo>
                <a:lnTo>
                  <a:pt x="14213" y="92087"/>
                </a:lnTo>
                <a:lnTo>
                  <a:pt x="14808" y="92422"/>
                </a:lnTo>
                <a:lnTo>
                  <a:pt x="15404" y="92757"/>
                </a:lnTo>
                <a:lnTo>
                  <a:pt x="16036" y="93017"/>
                </a:lnTo>
                <a:lnTo>
                  <a:pt x="16669" y="93241"/>
                </a:lnTo>
                <a:lnTo>
                  <a:pt x="17301" y="93427"/>
                </a:lnTo>
                <a:lnTo>
                  <a:pt x="17971" y="93575"/>
                </a:lnTo>
                <a:lnTo>
                  <a:pt x="18604" y="93687"/>
                </a:lnTo>
                <a:lnTo>
                  <a:pt x="18604" y="93687"/>
                </a:lnTo>
                <a:lnTo>
                  <a:pt x="19311" y="93762"/>
                </a:lnTo>
                <a:lnTo>
                  <a:pt x="20017" y="93762"/>
                </a:lnTo>
                <a:lnTo>
                  <a:pt x="20017" y="93762"/>
                </a:lnTo>
                <a:lnTo>
                  <a:pt x="20650" y="93762"/>
                </a:lnTo>
                <a:lnTo>
                  <a:pt x="21320" y="93687"/>
                </a:lnTo>
                <a:lnTo>
                  <a:pt x="21952" y="93613"/>
                </a:lnTo>
                <a:lnTo>
                  <a:pt x="22622" y="93464"/>
                </a:lnTo>
                <a:lnTo>
                  <a:pt x="23254" y="93315"/>
                </a:lnTo>
                <a:lnTo>
                  <a:pt x="23924" y="93092"/>
                </a:lnTo>
                <a:lnTo>
                  <a:pt x="24557" y="92831"/>
                </a:lnTo>
                <a:lnTo>
                  <a:pt x="25189" y="92571"/>
                </a:lnTo>
                <a:lnTo>
                  <a:pt x="25859" y="92236"/>
                </a:lnTo>
                <a:lnTo>
                  <a:pt x="26491" y="91901"/>
                </a:lnTo>
                <a:lnTo>
                  <a:pt x="27124" y="91529"/>
                </a:lnTo>
                <a:lnTo>
                  <a:pt x="27794" y="91083"/>
                </a:lnTo>
                <a:lnTo>
                  <a:pt x="28426" y="90636"/>
                </a:lnTo>
                <a:lnTo>
                  <a:pt x="29059" y="90152"/>
                </a:lnTo>
                <a:lnTo>
                  <a:pt x="29691" y="89632"/>
                </a:lnTo>
                <a:lnTo>
                  <a:pt x="30324" y="89073"/>
                </a:lnTo>
                <a:lnTo>
                  <a:pt x="30956" y="88515"/>
                </a:lnTo>
                <a:lnTo>
                  <a:pt x="31589" y="87883"/>
                </a:lnTo>
                <a:lnTo>
                  <a:pt x="32221" y="87250"/>
                </a:lnTo>
                <a:lnTo>
                  <a:pt x="32817" y="86581"/>
                </a:lnTo>
                <a:lnTo>
                  <a:pt x="33449" y="85874"/>
                </a:lnTo>
                <a:lnTo>
                  <a:pt x="34045" y="85129"/>
                </a:lnTo>
                <a:lnTo>
                  <a:pt x="35272" y="83567"/>
                </a:lnTo>
                <a:lnTo>
                  <a:pt x="36463" y="81892"/>
                </a:lnTo>
                <a:lnTo>
                  <a:pt x="37616" y="80107"/>
                </a:lnTo>
                <a:lnTo>
                  <a:pt x="38770" y="78209"/>
                </a:lnTo>
                <a:lnTo>
                  <a:pt x="39886" y="76200"/>
                </a:lnTo>
                <a:lnTo>
                  <a:pt x="39886" y="0"/>
                </a:lnTo>
                <a:lnTo>
                  <a:pt x="39886" y="0"/>
                </a:lnTo>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522" name="Google Shape;522;p34"/>
          <p:cNvSpPr/>
          <p:nvPr/>
        </p:nvSpPr>
        <p:spPr>
          <a:xfrm>
            <a:off x="1643225" y="-725"/>
            <a:ext cx="5761425" cy="711800"/>
          </a:xfrm>
          <a:custGeom>
            <a:avLst/>
            <a:gdLst/>
            <a:ahLst/>
            <a:cxnLst/>
            <a:rect l="l" t="t" r="r" b="b"/>
            <a:pathLst>
              <a:path w="230457" h="28472" extrusionOk="0">
                <a:moveTo>
                  <a:pt x="0" y="0"/>
                </a:moveTo>
                <a:lnTo>
                  <a:pt x="230457" y="28472"/>
                </a:lnTo>
                <a:lnTo>
                  <a:pt x="220381" y="20"/>
                </a:lnTo>
                <a:close/>
              </a:path>
            </a:pathLst>
          </a:custGeom>
          <a:solidFill>
            <a:schemeClr val="lt1"/>
          </a:solidFill>
          <a:ln>
            <a:noFill/>
          </a:ln>
        </p:spPr>
      </p:sp>
      <p:sp>
        <p:nvSpPr>
          <p:cNvPr id="523" name="Google Shape;523;p34"/>
          <p:cNvSpPr/>
          <p:nvPr/>
        </p:nvSpPr>
        <p:spPr>
          <a:xfrm>
            <a:off x="7140700" y="-1350"/>
            <a:ext cx="2003375" cy="714225"/>
          </a:xfrm>
          <a:custGeom>
            <a:avLst/>
            <a:gdLst/>
            <a:ahLst/>
            <a:cxnLst/>
            <a:rect l="l" t="t" r="r" b="b"/>
            <a:pathLst>
              <a:path w="80135" h="28569" extrusionOk="0">
                <a:moveTo>
                  <a:pt x="10558" y="28569"/>
                </a:moveTo>
                <a:lnTo>
                  <a:pt x="67491" y="18220"/>
                </a:lnTo>
                <a:lnTo>
                  <a:pt x="80135" y="0"/>
                </a:lnTo>
                <a:lnTo>
                  <a:pt x="0" y="45"/>
                </a:lnTo>
                <a:close/>
              </a:path>
            </a:pathLst>
          </a:custGeom>
          <a:gradFill>
            <a:gsLst>
              <a:gs pos="0">
                <a:schemeClr val="accent1"/>
              </a:gs>
              <a:gs pos="11000">
                <a:schemeClr val="accent1"/>
              </a:gs>
              <a:gs pos="26000">
                <a:schemeClr val="accent3"/>
              </a:gs>
              <a:gs pos="63000">
                <a:schemeClr val="accent4"/>
              </a:gs>
              <a:gs pos="100000">
                <a:schemeClr val="accent4"/>
              </a:gs>
            </a:gsLst>
            <a:lin ang="8100019" scaled="0"/>
          </a:gradFill>
          <a:ln>
            <a:noFill/>
          </a:ln>
          <a:effectLst>
            <a:outerShdw blurRad="314325" dist="28575" dir="5400000" algn="bl" rotWithShape="0">
              <a:schemeClr val="accent4">
                <a:alpha val="24000"/>
              </a:schemeClr>
            </a:outerShdw>
          </a:effectLst>
        </p:spPr>
      </p:sp>
      <p:cxnSp>
        <p:nvCxnSpPr>
          <p:cNvPr id="524" name="Google Shape;524;p34"/>
          <p:cNvCxnSpPr/>
          <p:nvPr/>
        </p:nvCxnSpPr>
        <p:spPr>
          <a:xfrm rot="10800000">
            <a:off x="605578" y="1794125"/>
            <a:ext cx="8537700" cy="0"/>
          </a:xfrm>
          <a:prstGeom prst="straightConnector1">
            <a:avLst/>
          </a:prstGeom>
          <a:noFill/>
          <a:ln w="19050" cap="flat" cmpd="sng">
            <a:solidFill>
              <a:schemeClr val="dk1"/>
            </a:solidFill>
            <a:prstDash val="solid"/>
            <a:round/>
            <a:headEnd type="none" w="med" len="med"/>
            <a:tailEnd type="none" w="med" len="med"/>
          </a:ln>
        </p:spPr>
      </p:cxnSp>
      <p:cxnSp>
        <p:nvCxnSpPr>
          <p:cNvPr id="525" name="Google Shape;525;p34"/>
          <p:cNvCxnSpPr/>
          <p:nvPr/>
        </p:nvCxnSpPr>
        <p:spPr>
          <a:xfrm rot="10800000">
            <a:off x="605578" y="2731925"/>
            <a:ext cx="8537700" cy="0"/>
          </a:xfrm>
          <a:prstGeom prst="straightConnector1">
            <a:avLst/>
          </a:prstGeom>
          <a:noFill/>
          <a:ln w="19050" cap="flat" cmpd="sng">
            <a:solidFill>
              <a:schemeClr val="dk1"/>
            </a:solidFill>
            <a:prstDash val="solid"/>
            <a:round/>
            <a:headEnd type="none" w="med" len="med"/>
            <a:tailEnd type="none" w="med" len="med"/>
          </a:ln>
        </p:spPr>
      </p:cxnSp>
      <p:cxnSp>
        <p:nvCxnSpPr>
          <p:cNvPr id="526" name="Google Shape;526;p34"/>
          <p:cNvCxnSpPr/>
          <p:nvPr/>
        </p:nvCxnSpPr>
        <p:spPr>
          <a:xfrm rot="10800000">
            <a:off x="606300" y="3669725"/>
            <a:ext cx="8537700" cy="0"/>
          </a:xfrm>
          <a:prstGeom prst="straightConnector1">
            <a:avLst/>
          </a:prstGeom>
          <a:noFill/>
          <a:ln w="19050" cap="flat" cmpd="sng">
            <a:solidFill>
              <a:schemeClr val="dk1"/>
            </a:solidFill>
            <a:prstDash val="solid"/>
            <a:round/>
            <a:headEnd type="none" w="med" len="med"/>
            <a:tailEnd type="none" w="med" len="med"/>
          </a:ln>
        </p:spPr>
      </p:cxnSp>
      <p:sp>
        <p:nvSpPr>
          <p:cNvPr id="527" name="Google Shape;527;p34"/>
          <p:cNvSpPr txBox="1">
            <a:spLocks noGrp="1"/>
          </p:cNvSpPr>
          <p:nvPr>
            <p:ph type="body" idx="1"/>
          </p:nvPr>
        </p:nvSpPr>
        <p:spPr>
          <a:xfrm>
            <a:off x="5788075" y="1906850"/>
            <a:ext cx="3021300" cy="825000"/>
          </a:xfrm>
          <a:prstGeom prst="rect">
            <a:avLst/>
          </a:prstGeom>
        </p:spPr>
        <p:txBody>
          <a:bodyPr spcFirstLastPara="1" wrap="square" lIns="0" tIns="0" rIns="91425" bIns="91425" anchor="t" anchorCtr="0">
            <a:noAutofit/>
          </a:bodyPr>
          <a:lstStyle>
            <a:lvl1pPr marL="457200" lvl="0" indent="-2921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528" name="Google Shape;528;p34"/>
          <p:cNvSpPr txBox="1">
            <a:spLocks noGrp="1"/>
          </p:cNvSpPr>
          <p:nvPr>
            <p:ph type="title"/>
          </p:nvPr>
        </p:nvSpPr>
        <p:spPr>
          <a:xfrm>
            <a:off x="2134625" y="2853988"/>
            <a:ext cx="1583400" cy="3612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529" name="Google Shape;529;p34"/>
          <p:cNvSpPr txBox="1">
            <a:spLocks noGrp="1"/>
          </p:cNvSpPr>
          <p:nvPr>
            <p:ph type="body" idx="2"/>
          </p:nvPr>
        </p:nvSpPr>
        <p:spPr>
          <a:xfrm>
            <a:off x="5788075" y="2855650"/>
            <a:ext cx="3021300" cy="814200"/>
          </a:xfrm>
          <a:prstGeom prst="rect">
            <a:avLst/>
          </a:prstGeom>
        </p:spPr>
        <p:txBody>
          <a:bodyPr spcFirstLastPara="1" wrap="square" lIns="0" tIns="0" rIns="91425" bIns="91425" anchor="t" anchorCtr="0">
            <a:noAutofit/>
          </a:bodyPr>
          <a:lstStyle>
            <a:lvl1pPr marL="457200" lvl="0" indent="-2921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530" name="Google Shape;530;p34"/>
          <p:cNvSpPr txBox="1">
            <a:spLocks noGrp="1"/>
          </p:cNvSpPr>
          <p:nvPr>
            <p:ph type="title" idx="3"/>
          </p:nvPr>
        </p:nvSpPr>
        <p:spPr>
          <a:xfrm>
            <a:off x="525175" y="2853988"/>
            <a:ext cx="1408800" cy="361200"/>
          </a:xfrm>
          <a:prstGeom prst="rect">
            <a:avLst/>
          </a:prstGeom>
        </p:spPr>
        <p:txBody>
          <a:bodyPr spcFirstLastPara="1" wrap="square" lIns="0" tIns="0" rIns="91425" bIns="91425" anchor="t" anchorCtr="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531" name="Google Shape;531;p34"/>
          <p:cNvSpPr txBox="1">
            <a:spLocks noGrp="1"/>
          </p:cNvSpPr>
          <p:nvPr>
            <p:ph type="title" idx="4"/>
          </p:nvPr>
        </p:nvSpPr>
        <p:spPr>
          <a:xfrm>
            <a:off x="2134625" y="3793475"/>
            <a:ext cx="1583400" cy="3612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532" name="Google Shape;532;p34"/>
          <p:cNvSpPr txBox="1">
            <a:spLocks noGrp="1"/>
          </p:cNvSpPr>
          <p:nvPr>
            <p:ph type="body" idx="5"/>
          </p:nvPr>
        </p:nvSpPr>
        <p:spPr>
          <a:xfrm>
            <a:off x="5788075" y="3793450"/>
            <a:ext cx="3021300" cy="836100"/>
          </a:xfrm>
          <a:prstGeom prst="rect">
            <a:avLst/>
          </a:prstGeom>
        </p:spPr>
        <p:txBody>
          <a:bodyPr spcFirstLastPara="1" wrap="square" lIns="0" tIns="0" rIns="91425" bIns="91425" anchor="t" anchorCtr="0">
            <a:noAutofit/>
          </a:bodyPr>
          <a:lstStyle>
            <a:lvl1pPr marL="457200" lvl="0" indent="-292100">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gn="ctr">
              <a:spcBef>
                <a:spcPts val="0"/>
              </a:spcBef>
              <a:spcAft>
                <a:spcPts val="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533" name="Google Shape;533;p34"/>
          <p:cNvSpPr txBox="1">
            <a:spLocks noGrp="1"/>
          </p:cNvSpPr>
          <p:nvPr>
            <p:ph type="title" idx="6"/>
          </p:nvPr>
        </p:nvSpPr>
        <p:spPr>
          <a:xfrm>
            <a:off x="525175" y="3793475"/>
            <a:ext cx="1408800" cy="361200"/>
          </a:xfrm>
          <a:prstGeom prst="rect">
            <a:avLst/>
          </a:prstGeom>
        </p:spPr>
        <p:txBody>
          <a:bodyPr spcFirstLastPara="1" wrap="square" lIns="0" tIns="0" rIns="91425" bIns="91425" anchor="t" anchorCtr="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534" name="Google Shape;534;p34"/>
          <p:cNvSpPr txBox="1">
            <a:spLocks noGrp="1"/>
          </p:cNvSpPr>
          <p:nvPr>
            <p:ph type="title" idx="7"/>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535" name="Google Shape;535;p34"/>
          <p:cNvSpPr txBox="1">
            <a:spLocks noGrp="1"/>
          </p:cNvSpPr>
          <p:nvPr>
            <p:ph type="title" idx="8"/>
          </p:nvPr>
        </p:nvSpPr>
        <p:spPr>
          <a:xfrm>
            <a:off x="2134625" y="1914525"/>
            <a:ext cx="1583400" cy="3612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536" name="Google Shape;536;p34"/>
          <p:cNvSpPr txBox="1">
            <a:spLocks noGrp="1"/>
          </p:cNvSpPr>
          <p:nvPr>
            <p:ph type="title" idx="9"/>
          </p:nvPr>
        </p:nvSpPr>
        <p:spPr>
          <a:xfrm>
            <a:off x="525175" y="1914525"/>
            <a:ext cx="1408800" cy="361200"/>
          </a:xfrm>
          <a:prstGeom prst="rect">
            <a:avLst/>
          </a:prstGeom>
        </p:spPr>
        <p:txBody>
          <a:bodyPr spcFirstLastPara="1" wrap="square" lIns="0" tIns="0" rIns="91425" bIns="91425" anchor="t" anchorCtr="0">
            <a:noAutofit/>
          </a:bodyPr>
          <a:lstStyle>
            <a:lvl1pPr lvl="0" algn="r">
              <a:spcBef>
                <a:spcPts val="0"/>
              </a:spcBef>
              <a:spcAft>
                <a:spcPts val="0"/>
              </a:spcAft>
              <a:buClr>
                <a:schemeClr val="lt1"/>
              </a:buClr>
              <a:buSzPts val="1200"/>
              <a:buFont typeface="Sora Medium"/>
              <a:buNone/>
              <a:defRPr sz="1200">
                <a:latin typeface="Sora Medium"/>
                <a:ea typeface="Sora Medium"/>
                <a:cs typeface="Sora Medium"/>
                <a:sym typeface="Sora Medium"/>
              </a:defRPr>
            </a:lvl1pPr>
            <a:lvl2pPr lvl="1"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2pPr>
            <a:lvl3pPr lvl="2"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3pPr>
            <a:lvl4pPr lvl="3"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4pPr>
            <a:lvl5pPr lvl="4"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5pPr>
            <a:lvl6pPr lvl="5"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6pPr>
            <a:lvl7pPr lvl="6"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7pPr>
            <a:lvl8pPr lvl="7"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8pPr>
            <a:lvl9pPr lvl="8" algn="r">
              <a:spcBef>
                <a:spcPts val="0"/>
              </a:spcBef>
              <a:spcAft>
                <a:spcPts val="0"/>
              </a:spcAft>
              <a:buClr>
                <a:schemeClr val="lt1"/>
              </a:buClr>
              <a:buSzPts val="1200"/>
              <a:buFont typeface="Sora Medium"/>
              <a:buNone/>
              <a:defRPr sz="1200">
                <a:solidFill>
                  <a:schemeClr val="lt1"/>
                </a:solidFill>
                <a:latin typeface="Sora Medium"/>
                <a:ea typeface="Sora Medium"/>
                <a:cs typeface="Sora Medium"/>
                <a:sym typeface="Sora Medium"/>
              </a:defRPr>
            </a:lvl9pPr>
          </a:lstStyle>
          <a:p>
            <a:endParaRPr/>
          </a:p>
        </p:txBody>
      </p:sp>
      <p:sp>
        <p:nvSpPr>
          <p:cNvPr id="537" name="Google Shape;537;p34"/>
          <p:cNvSpPr txBox="1">
            <a:spLocks noGrp="1"/>
          </p:cNvSpPr>
          <p:nvPr>
            <p:ph type="title" idx="13"/>
          </p:nvPr>
        </p:nvSpPr>
        <p:spPr>
          <a:xfrm>
            <a:off x="115025" y="502775"/>
            <a:ext cx="39417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538" name="Google Shape;538;p34"/>
          <p:cNvSpPr txBox="1">
            <a:spLocks noGrp="1"/>
          </p:cNvSpPr>
          <p:nvPr>
            <p:ph type="title" idx="14"/>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Tree>
  </p:cSld>
  <p:clrMapOvr>
    <a:masterClrMapping/>
  </p:clrMapOvr>
  <p:extLst>
    <p:ext uri="{DCECCB84-F9BA-43D5-87BE-67443E8EF086}">
      <p15:sldGuideLst xmlns:p15="http://schemas.microsoft.com/office/powerpoint/2012/main">
        <p15:guide id="1" orient="horz" pos="317">
          <p15:clr>
            <a:srgbClr val="E46962"/>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Agenda - Alt 1">
  <p:cSld name="BLANK_1_1_1_1_1_1_1_1_1_1_1">
    <p:spTree>
      <p:nvGrpSpPr>
        <p:cNvPr id="1" name="Shape 539"/>
        <p:cNvGrpSpPr/>
        <p:nvPr/>
      </p:nvGrpSpPr>
      <p:grpSpPr>
        <a:xfrm>
          <a:off x="0" y="0"/>
          <a:ext cx="0" cy="0"/>
          <a:chOff x="0" y="0"/>
          <a:chExt cx="0" cy="0"/>
        </a:xfrm>
      </p:grpSpPr>
      <p:grpSp>
        <p:nvGrpSpPr>
          <p:cNvPr id="540" name="Google Shape;540;p35"/>
          <p:cNvGrpSpPr/>
          <p:nvPr/>
        </p:nvGrpSpPr>
        <p:grpSpPr>
          <a:xfrm>
            <a:off x="115026" y="364"/>
            <a:ext cx="5125634" cy="5143564"/>
            <a:chOff x="312900" y="2788524"/>
            <a:chExt cx="2221197" cy="1994480"/>
          </a:xfrm>
        </p:grpSpPr>
        <p:grpSp>
          <p:nvGrpSpPr>
            <p:cNvPr id="541" name="Google Shape;541;p35"/>
            <p:cNvGrpSpPr/>
            <p:nvPr/>
          </p:nvGrpSpPr>
          <p:grpSpPr>
            <a:xfrm>
              <a:off x="312900" y="2788524"/>
              <a:ext cx="1851000" cy="1994480"/>
              <a:chOff x="461225" y="3244074"/>
              <a:chExt cx="1851000" cy="1994480"/>
            </a:xfrm>
          </p:grpSpPr>
          <p:grpSp>
            <p:nvGrpSpPr>
              <p:cNvPr id="542" name="Google Shape;542;p35"/>
              <p:cNvGrpSpPr/>
              <p:nvPr/>
            </p:nvGrpSpPr>
            <p:grpSpPr>
              <a:xfrm>
                <a:off x="461229" y="3244074"/>
                <a:ext cx="1850992" cy="1994480"/>
                <a:chOff x="461229" y="3244074"/>
                <a:chExt cx="1850992" cy="1994480"/>
              </a:xfrm>
            </p:grpSpPr>
            <p:sp>
              <p:nvSpPr>
                <p:cNvPr id="543" name="Google Shape;543;p35"/>
                <p:cNvSpPr/>
                <p:nvPr/>
              </p:nvSpPr>
              <p:spPr>
                <a:xfrm>
                  <a:off x="461229" y="3244074"/>
                  <a:ext cx="370200" cy="37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44" name="Google Shape;544;p35"/>
                <p:cNvSpPr/>
                <p:nvPr/>
              </p:nvSpPr>
              <p:spPr>
                <a:xfrm>
                  <a:off x="831430" y="5100554"/>
                  <a:ext cx="370200" cy="1380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45" name="Google Shape;545;p35"/>
                <p:cNvSpPr/>
                <p:nvPr/>
              </p:nvSpPr>
              <p:spPr>
                <a:xfrm>
                  <a:off x="1201620" y="3244219"/>
                  <a:ext cx="370200" cy="37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46" name="Google Shape;546;p35"/>
                <p:cNvSpPr/>
                <p:nvPr/>
              </p:nvSpPr>
              <p:spPr>
                <a:xfrm>
                  <a:off x="1571820" y="3244219"/>
                  <a:ext cx="370200" cy="37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47" name="Google Shape;547;p35"/>
                <p:cNvSpPr/>
                <p:nvPr/>
              </p:nvSpPr>
              <p:spPr>
                <a:xfrm>
                  <a:off x="1942021" y="3244219"/>
                  <a:ext cx="370200" cy="37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48" name="Google Shape;548;p35"/>
              <p:cNvGrpSpPr/>
              <p:nvPr/>
            </p:nvGrpSpPr>
            <p:grpSpPr>
              <a:xfrm>
                <a:off x="461225" y="3619500"/>
                <a:ext cx="1851000" cy="370200"/>
                <a:chOff x="461225" y="3249175"/>
                <a:chExt cx="1851000" cy="370200"/>
              </a:xfrm>
            </p:grpSpPr>
            <p:sp>
              <p:nvSpPr>
                <p:cNvPr id="549" name="Google Shape;549;p3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50" name="Google Shape;550;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51" name="Google Shape;551;p3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52" name="Google Shape;552;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53" name="Google Shape;553;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54" name="Google Shape;554;p35"/>
              <p:cNvGrpSpPr/>
              <p:nvPr/>
            </p:nvGrpSpPr>
            <p:grpSpPr>
              <a:xfrm>
                <a:off x="461225" y="3989700"/>
                <a:ext cx="1851000" cy="1110726"/>
                <a:chOff x="461225" y="3249175"/>
                <a:chExt cx="1851000" cy="1110726"/>
              </a:xfrm>
            </p:grpSpPr>
            <p:sp>
              <p:nvSpPr>
                <p:cNvPr id="555" name="Google Shape;555;p35"/>
                <p:cNvSpPr/>
                <p:nvPr/>
              </p:nvSpPr>
              <p:spPr>
                <a:xfrm>
                  <a:off x="461225" y="3989701"/>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56" name="Google Shape;556;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57" name="Google Shape;557;p3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58" name="Google Shape;558;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59" name="Google Shape;559;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60" name="Google Shape;560;p35"/>
              <p:cNvGrpSpPr/>
              <p:nvPr/>
            </p:nvGrpSpPr>
            <p:grpSpPr>
              <a:xfrm>
                <a:off x="461225" y="4360025"/>
                <a:ext cx="1851000" cy="370200"/>
                <a:chOff x="461225" y="3249175"/>
                <a:chExt cx="1851000" cy="370200"/>
              </a:xfrm>
            </p:grpSpPr>
            <p:sp>
              <p:nvSpPr>
                <p:cNvPr id="561" name="Google Shape;561;p3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62" name="Google Shape;562;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63" name="Google Shape;563;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64" name="Google Shape;564;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565" name="Google Shape;565;p35"/>
            <p:cNvSpPr/>
            <p:nvPr/>
          </p:nvSpPr>
          <p:spPr>
            <a:xfrm>
              <a:off x="2163897" y="2788524"/>
              <a:ext cx="370200" cy="3753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66" name="Google Shape;566;p35"/>
          <p:cNvGrpSpPr/>
          <p:nvPr/>
        </p:nvGrpSpPr>
        <p:grpSpPr>
          <a:xfrm rot="5400000" flipH="1">
            <a:off x="7145338" y="3274875"/>
            <a:ext cx="2221200" cy="1481050"/>
            <a:chOff x="312900" y="2793625"/>
            <a:chExt cx="2221200" cy="1481050"/>
          </a:xfrm>
        </p:grpSpPr>
        <p:grpSp>
          <p:nvGrpSpPr>
            <p:cNvPr id="567" name="Google Shape;567;p35"/>
            <p:cNvGrpSpPr/>
            <p:nvPr/>
          </p:nvGrpSpPr>
          <p:grpSpPr>
            <a:xfrm>
              <a:off x="312900" y="2793625"/>
              <a:ext cx="1851000" cy="1481050"/>
              <a:chOff x="461225" y="3249175"/>
              <a:chExt cx="1851000" cy="1481050"/>
            </a:xfrm>
          </p:grpSpPr>
          <p:grpSp>
            <p:nvGrpSpPr>
              <p:cNvPr id="568" name="Google Shape;568;p35"/>
              <p:cNvGrpSpPr/>
              <p:nvPr/>
            </p:nvGrpSpPr>
            <p:grpSpPr>
              <a:xfrm>
                <a:off x="461225" y="3249175"/>
                <a:ext cx="1851000" cy="370200"/>
                <a:chOff x="461225" y="3249175"/>
                <a:chExt cx="1851000" cy="370200"/>
              </a:xfrm>
            </p:grpSpPr>
            <p:sp>
              <p:nvSpPr>
                <p:cNvPr id="569" name="Google Shape;569;p3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0" name="Google Shape;570;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1" name="Google Shape;571;p3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2" name="Google Shape;572;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3" name="Google Shape;573;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74" name="Google Shape;574;p35"/>
              <p:cNvGrpSpPr/>
              <p:nvPr/>
            </p:nvGrpSpPr>
            <p:grpSpPr>
              <a:xfrm>
                <a:off x="461225" y="3619500"/>
                <a:ext cx="1851000" cy="370200"/>
                <a:chOff x="461225" y="3249175"/>
                <a:chExt cx="1851000" cy="370200"/>
              </a:xfrm>
            </p:grpSpPr>
            <p:sp>
              <p:nvSpPr>
                <p:cNvPr id="575" name="Google Shape;575;p3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6" name="Google Shape;576;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7" name="Google Shape;577;p3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8" name="Google Shape;578;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79" name="Google Shape;579;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80" name="Google Shape;580;p35"/>
              <p:cNvGrpSpPr/>
              <p:nvPr/>
            </p:nvGrpSpPr>
            <p:grpSpPr>
              <a:xfrm>
                <a:off x="461225" y="3989700"/>
                <a:ext cx="1851000" cy="370200"/>
                <a:chOff x="461225" y="3249175"/>
                <a:chExt cx="1851000" cy="370200"/>
              </a:xfrm>
            </p:grpSpPr>
            <p:sp>
              <p:nvSpPr>
                <p:cNvPr id="581" name="Google Shape;581;p3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82" name="Google Shape;582;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83" name="Google Shape;583;p3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84" name="Google Shape;584;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85" name="Google Shape;585;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586" name="Google Shape;586;p35"/>
              <p:cNvGrpSpPr/>
              <p:nvPr/>
            </p:nvGrpSpPr>
            <p:grpSpPr>
              <a:xfrm>
                <a:off x="461225" y="4360025"/>
                <a:ext cx="1851000" cy="370200"/>
                <a:chOff x="461225" y="3249175"/>
                <a:chExt cx="1851000" cy="370200"/>
              </a:xfrm>
            </p:grpSpPr>
            <p:sp>
              <p:nvSpPr>
                <p:cNvPr id="587" name="Google Shape;587;p35"/>
                <p:cNvSpPr/>
                <p:nvPr/>
              </p:nvSpPr>
              <p:spPr>
                <a:xfrm>
                  <a:off x="4612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88" name="Google Shape;588;p35"/>
                <p:cNvSpPr/>
                <p:nvPr/>
              </p:nvSpPr>
              <p:spPr>
                <a:xfrm>
                  <a:off x="8314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89" name="Google Shape;589;p35"/>
                <p:cNvSpPr/>
                <p:nvPr/>
              </p:nvSpPr>
              <p:spPr>
                <a:xfrm>
                  <a:off x="12016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90" name="Google Shape;590;p35"/>
                <p:cNvSpPr/>
                <p:nvPr/>
              </p:nvSpPr>
              <p:spPr>
                <a:xfrm>
                  <a:off x="15718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91" name="Google Shape;591;p35"/>
                <p:cNvSpPr/>
                <p:nvPr/>
              </p:nvSpPr>
              <p:spPr>
                <a:xfrm>
                  <a:off x="1942025" y="324917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592" name="Google Shape;592;p35"/>
            <p:cNvSpPr/>
            <p:nvPr/>
          </p:nvSpPr>
          <p:spPr>
            <a:xfrm>
              <a:off x="2163900" y="2793625"/>
              <a:ext cx="370200" cy="3702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593" name="Google Shape;593;p35"/>
          <p:cNvSpPr/>
          <p:nvPr/>
        </p:nvSpPr>
        <p:spPr>
          <a:xfrm>
            <a:off x="6255775" y="3774250"/>
            <a:ext cx="2888225" cy="1369250"/>
          </a:xfrm>
          <a:custGeom>
            <a:avLst/>
            <a:gdLst/>
            <a:ahLst/>
            <a:cxnLst/>
            <a:rect l="l" t="t" r="r" b="b"/>
            <a:pathLst>
              <a:path w="115529" h="54770" extrusionOk="0">
                <a:moveTo>
                  <a:pt x="115529" y="1"/>
                </a:moveTo>
                <a:lnTo>
                  <a:pt x="112924" y="187"/>
                </a:lnTo>
                <a:lnTo>
                  <a:pt x="110245" y="447"/>
                </a:lnTo>
                <a:lnTo>
                  <a:pt x="107566" y="745"/>
                </a:lnTo>
                <a:lnTo>
                  <a:pt x="104850" y="1080"/>
                </a:lnTo>
                <a:lnTo>
                  <a:pt x="102097" y="1489"/>
                </a:lnTo>
                <a:lnTo>
                  <a:pt x="99344" y="1936"/>
                </a:lnTo>
                <a:lnTo>
                  <a:pt x="96516" y="2419"/>
                </a:lnTo>
                <a:lnTo>
                  <a:pt x="93725" y="2940"/>
                </a:lnTo>
                <a:lnTo>
                  <a:pt x="90860" y="3536"/>
                </a:lnTo>
                <a:lnTo>
                  <a:pt x="88033" y="4131"/>
                </a:lnTo>
                <a:lnTo>
                  <a:pt x="85168" y="4801"/>
                </a:lnTo>
                <a:lnTo>
                  <a:pt x="82266" y="5508"/>
                </a:lnTo>
                <a:lnTo>
                  <a:pt x="79401" y="6252"/>
                </a:lnTo>
                <a:lnTo>
                  <a:pt x="76498" y="7070"/>
                </a:lnTo>
                <a:lnTo>
                  <a:pt x="73596" y="7889"/>
                </a:lnTo>
                <a:lnTo>
                  <a:pt x="70694" y="8782"/>
                </a:lnTo>
                <a:lnTo>
                  <a:pt x="67308" y="9861"/>
                </a:lnTo>
                <a:lnTo>
                  <a:pt x="63960" y="10977"/>
                </a:lnTo>
                <a:lnTo>
                  <a:pt x="60685" y="12130"/>
                </a:lnTo>
                <a:lnTo>
                  <a:pt x="57411" y="13321"/>
                </a:lnTo>
                <a:lnTo>
                  <a:pt x="54211" y="14586"/>
                </a:lnTo>
                <a:lnTo>
                  <a:pt x="51086" y="15851"/>
                </a:lnTo>
                <a:lnTo>
                  <a:pt x="47961" y="17153"/>
                </a:lnTo>
                <a:lnTo>
                  <a:pt x="44947" y="18530"/>
                </a:lnTo>
                <a:lnTo>
                  <a:pt x="41970" y="19907"/>
                </a:lnTo>
                <a:lnTo>
                  <a:pt x="39068" y="21321"/>
                </a:lnTo>
                <a:lnTo>
                  <a:pt x="36203" y="22772"/>
                </a:lnTo>
                <a:lnTo>
                  <a:pt x="33450" y="24223"/>
                </a:lnTo>
                <a:lnTo>
                  <a:pt x="30734" y="25748"/>
                </a:lnTo>
                <a:lnTo>
                  <a:pt x="28129" y="27274"/>
                </a:lnTo>
                <a:lnTo>
                  <a:pt x="25562" y="28836"/>
                </a:lnTo>
                <a:lnTo>
                  <a:pt x="23106" y="30436"/>
                </a:lnTo>
                <a:lnTo>
                  <a:pt x="20799" y="31962"/>
                </a:lnTo>
                <a:lnTo>
                  <a:pt x="18604" y="33524"/>
                </a:lnTo>
                <a:lnTo>
                  <a:pt x="16521" y="35087"/>
                </a:lnTo>
                <a:lnTo>
                  <a:pt x="14549" y="36650"/>
                </a:lnTo>
                <a:lnTo>
                  <a:pt x="12651" y="38213"/>
                </a:lnTo>
                <a:lnTo>
                  <a:pt x="10902" y="39775"/>
                </a:lnTo>
                <a:lnTo>
                  <a:pt x="9265" y="41338"/>
                </a:lnTo>
                <a:lnTo>
                  <a:pt x="7740" y="42863"/>
                </a:lnTo>
                <a:lnTo>
                  <a:pt x="6326" y="44426"/>
                </a:lnTo>
                <a:lnTo>
                  <a:pt x="5061" y="45952"/>
                </a:lnTo>
                <a:lnTo>
                  <a:pt x="4466" y="46696"/>
                </a:lnTo>
                <a:lnTo>
                  <a:pt x="3870" y="47477"/>
                </a:lnTo>
                <a:lnTo>
                  <a:pt x="3349" y="48221"/>
                </a:lnTo>
                <a:lnTo>
                  <a:pt x="2828" y="48965"/>
                </a:lnTo>
                <a:lnTo>
                  <a:pt x="2382" y="49709"/>
                </a:lnTo>
                <a:lnTo>
                  <a:pt x="1936" y="50454"/>
                </a:lnTo>
                <a:lnTo>
                  <a:pt x="1526" y="51198"/>
                </a:lnTo>
                <a:lnTo>
                  <a:pt x="1154" y="51905"/>
                </a:lnTo>
                <a:lnTo>
                  <a:pt x="819" y="52649"/>
                </a:lnTo>
                <a:lnTo>
                  <a:pt x="522" y="53356"/>
                </a:lnTo>
                <a:lnTo>
                  <a:pt x="224" y="54063"/>
                </a:lnTo>
                <a:lnTo>
                  <a:pt x="1" y="54770"/>
                </a:lnTo>
                <a:lnTo>
                  <a:pt x="115529" y="54770"/>
                </a:lnTo>
                <a:lnTo>
                  <a:pt x="115529" y="1"/>
                </a:lnTo>
                <a:close/>
              </a:path>
            </a:pathLst>
          </a:custGeom>
          <a:solidFill>
            <a:schemeClr val="accen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94" name="Google Shape;594;p35"/>
          <p:cNvSpPr/>
          <p:nvPr/>
        </p:nvSpPr>
        <p:spPr>
          <a:xfrm rot="5400000">
            <a:off x="6256650" y="3649999"/>
            <a:ext cx="1392300" cy="3359400"/>
          </a:xfrm>
          <a:prstGeom prst="chord">
            <a:avLst>
              <a:gd name="adj1" fmla="val 5820070"/>
              <a:gd name="adj2" fmla="val 15784537"/>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595" name="Google Shape;595;p35"/>
          <p:cNvSpPr txBox="1">
            <a:spLocks noGrp="1"/>
          </p:cNvSpPr>
          <p:nvPr>
            <p:ph type="subTitle" idx="1"/>
          </p:nvPr>
        </p:nvSpPr>
        <p:spPr>
          <a:xfrm>
            <a:off x="4482800" y="3963975"/>
            <a:ext cx="3972600" cy="2772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596" name="Google Shape;596;p35"/>
          <p:cNvSpPr txBox="1">
            <a:spLocks noGrp="1"/>
          </p:cNvSpPr>
          <p:nvPr>
            <p:ph type="subTitle" idx="2"/>
          </p:nvPr>
        </p:nvSpPr>
        <p:spPr>
          <a:xfrm>
            <a:off x="4482800" y="3731112"/>
            <a:ext cx="1481100" cy="198300"/>
          </a:xfrm>
          <a:prstGeom prst="rect">
            <a:avLst/>
          </a:prstGeom>
        </p:spPr>
        <p:txBody>
          <a:bodyPr spcFirstLastPara="1" wrap="square" lIns="0" tIns="91425" rIns="91425" bIns="91425" anchor="b" anchorCtr="0">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597" name="Google Shape;597;p35"/>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598" name="Google Shape;598;p35"/>
          <p:cNvSpPr txBox="1">
            <a:spLocks noGrp="1"/>
          </p:cNvSpPr>
          <p:nvPr>
            <p:ph type="title" idx="3"/>
          </p:nvPr>
        </p:nvSpPr>
        <p:spPr>
          <a:xfrm>
            <a:off x="115025" y="471075"/>
            <a:ext cx="39417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599" name="Google Shape;599;p35"/>
          <p:cNvSpPr txBox="1">
            <a:spLocks noGrp="1"/>
          </p:cNvSpPr>
          <p:nvPr>
            <p:ph type="subTitle" idx="4"/>
          </p:nvPr>
        </p:nvSpPr>
        <p:spPr>
          <a:xfrm>
            <a:off x="4482800" y="3428650"/>
            <a:ext cx="3972600" cy="2772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600" name="Google Shape;600;p35"/>
          <p:cNvSpPr txBox="1">
            <a:spLocks noGrp="1"/>
          </p:cNvSpPr>
          <p:nvPr>
            <p:ph type="subTitle" idx="5"/>
          </p:nvPr>
        </p:nvSpPr>
        <p:spPr>
          <a:xfrm>
            <a:off x="4482800" y="3195787"/>
            <a:ext cx="1481100" cy="198300"/>
          </a:xfrm>
          <a:prstGeom prst="rect">
            <a:avLst/>
          </a:prstGeom>
        </p:spPr>
        <p:txBody>
          <a:bodyPr spcFirstLastPara="1" wrap="square" lIns="0" tIns="91425" rIns="91425" bIns="91425" anchor="b" anchorCtr="0">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01" name="Google Shape;601;p35"/>
          <p:cNvSpPr txBox="1">
            <a:spLocks noGrp="1"/>
          </p:cNvSpPr>
          <p:nvPr>
            <p:ph type="subTitle" idx="6"/>
          </p:nvPr>
        </p:nvSpPr>
        <p:spPr>
          <a:xfrm>
            <a:off x="4482800" y="2894863"/>
            <a:ext cx="3972600" cy="2772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602" name="Google Shape;602;p35"/>
          <p:cNvSpPr txBox="1">
            <a:spLocks noGrp="1"/>
          </p:cNvSpPr>
          <p:nvPr>
            <p:ph type="subTitle" idx="7"/>
          </p:nvPr>
        </p:nvSpPr>
        <p:spPr>
          <a:xfrm>
            <a:off x="4482800" y="2662000"/>
            <a:ext cx="1481100" cy="198300"/>
          </a:xfrm>
          <a:prstGeom prst="rect">
            <a:avLst/>
          </a:prstGeom>
        </p:spPr>
        <p:txBody>
          <a:bodyPr spcFirstLastPara="1" wrap="square" lIns="0" tIns="91425" rIns="91425" bIns="91425" anchor="b" anchorCtr="0">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03" name="Google Shape;603;p35"/>
          <p:cNvSpPr txBox="1">
            <a:spLocks noGrp="1"/>
          </p:cNvSpPr>
          <p:nvPr>
            <p:ph type="subTitle" idx="8"/>
          </p:nvPr>
        </p:nvSpPr>
        <p:spPr>
          <a:xfrm>
            <a:off x="4482800" y="2361863"/>
            <a:ext cx="3972600" cy="2772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604" name="Google Shape;604;p35"/>
          <p:cNvSpPr txBox="1">
            <a:spLocks noGrp="1"/>
          </p:cNvSpPr>
          <p:nvPr>
            <p:ph type="subTitle" idx="9"/>
          </p:nvPr>
        </p:nvSpPr>
        <p:spPr>
          <a:xfrm>
            <a:off x="4482800" y="2129000"/>
            <a:ext cx="1481100" cy="198300"/>
          </a:xfrm>
          <a:prstGeom prst="rect">
            <a:avLst/>
          </a:prstGeom>
        </p:spPr>
        <p:txBody>
          <a:bodyPr spcFirstLastPara="1" wrap="square" lIns="0" tIns="91425" rIns="91425" bIns="91425" anchor="b" anchorCtr="0">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05" name="Google Shape;605;p35"/>
          <p:cNvSpPr txBox="1">
            <a:spLocks noGrp="1"/>
          </p:cNvSpPr>
          <p:nvPr>
            <p:ph type="subTitle" idx="13"/>
          </p:nvPr>
        </p:nvSpPr>
        <p:spPr>
          <a:xfrm>
            <a:off x="4482800" y="1829238"/>
            <a:ext cx="3972600" cy="2772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606" name="Google Shape;606;p35"/>
          <p:cNvSpPr txBox="1">
            <a:spLocks noGrp="1"/>
          </p:cNvSpPr>
          <p:nvPr>
            <p:ph type="subTitle" idx="14"/>
          </p:nvPr>
        </p:nvSpPr>
        <p:spPr>
          <a:xfrm>
            <a:off x="4482800" y="1596375"/>
            <a:ext cx="1481100" cy="198300"/>
          </a:xfrm>
          <a:prstGeom prst="rect">
            <a:avLst/>
          </a:prstGeom>
        </p:spPr>
        <p:txBody>
          <a:bodyPr spcFirstLastPara="1" wrap="square" lIns="0" tIns="91425" rIns="91425" bIns="91425" anchor="b" anchorCtr="0">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07" name="Google Shape;607;p35"/>
          <p:cNvSpPr txBox="1">
            <a:spLocks noGrp="1"/>
          </p:cNvSpPr>
          <p:nvPr>
            <p:ph type="subTitle" idx="15"/>
          </p:nvPr>
        </p:nvSpPr>
        <p:spPr>
          <a:xfrm>
            <a:off x="4482800" y="1296613"/>
            <a:ext cx="3972600" cy="277200"/>
          </a:xfrm>
          <a:prstGeom prst="rect">
            <a:avLst/>
          </a:prstGeom>
        </p:spPr>
        <p:txBody>
          <a:bodyPr spcFirstLastPara="1" wrap="square" lIns="0" tIns="91425" rIns="91425" bIns="91425" anchor="b" anchorCtr="0">
            <a:noAutofit/>
          </a:bodyPr>
          <a:lstStyle>
            <a:lvl1pPr lvl="0">
              <a:spcBef>
                <a:spcPts val="0"/>
              </a:spcBef>
              <a:spcAft>
                <a:spcPts val="0"/>
              </a:spcAft>
              <a:buClr>
                <a:schemeClr val="lt1"/>
              </a:buClr>
              <a:buSzPts val="1000"/>
              <a:buFont typeface="Sora"/>
              <a:buNone/>
              <a:defRPr sz="1000"/>
            </a:lvl1pPr>
            <a:lvl2pPr lvl="1">
              <a:spcBef>
                <a:spcPts val="0"/>
              </a:spcBef>
              <a:spcAft>
                <a:spcPts val="0"/>
              </a:spcAft>
              <a:buClr>
                <a:schemeClr val="lt1"/>
              </a:buClr>
              <a:buSzPts val="1000"/>
              <a:buFont typeface="Sora"/>
              <a:buNone/>
              <a:defRPr sz="1000">
                <a:solidFill>
                  <a:schemeClr val="lt1"/>
                </a:solidFill>
                <a:latin typeface="Sora"/>
                <a:ea typeface="Sora"/>
                <a:cs typeface="Sora"/>
                <a:sym typeface="Sora"/>
              </a:defRPr>
            </a:lvl2pPr>
            <a:lvl3pPr lvl="2">
              <a:spcBef>
                <a:spcPts val="0"/>
              </a:spcBef>
              <a:spcAft>
                <a:spcPts val="0"/>
              </a:spcAft>
              <a:buClr>
                <a:schemeClr val="lt1"/>
              </a:buClr>
              <a:buSzPts val="1000"/>
              <a:buFont typeface="Sora"/>
              <a:buNone/>
              <a:defRPr sz="1000">
                <a:solidFill>
                  <a:schemeClr val="lt1"/>
                </a:solidFill>
                <a:latin typeface="Sora"/>
                <a:ea typeface="Sora"/>
                <a:cs typeface="Sora"/>
                <a:sym typeface="Sora"/>
              </a:defRPr>
            </a:lvl3pPr>
            <a:lvl4pPr lvl="3">
              <a:spcBef>
                <a:spcPts val="0"/>
              </a:spcBef>
              <a:spcAft>
                <a:spcPts val="0"/>
              </a:spcAft>
              <a:buClr>
                <a:schemeClr val="lt1"/>
              </a:buClr>
              <a:buSzPts val="1000"/>
              <a:buFont typeface="Sora"/>
              <a:buNone/>
              <a:defRPr sz="1000">
                <a:solidFill>
                  <a:schemeClr val="lt1"/>
                </a:solidFill>
                <a:latin typeface="Sora"/>
                <a:ea typeface="Sora"/>
                <a:cs typeface="Sora"/>
                <a:sym typeface="Sora"/>
              </a:defRPr>
            </a:lvl4pPr>
            <a:lvl5pPr lvl="4">
              <a:spcBef>
                <a:spcPts val="0"/>
              </a:spcBef>
              <a:spcAft>
                <a:spcPts val="0"/>
              </a:spcAft>
              <a:buClr>
                <a:schemeClr val="lt1"/>
              </a:buClr>
              <a:buSzPts val="1000"/>
              <a:buFont typeface="Sora"/>
              <a:buNone/>
              <a:defRPr sz="1000">
                <a:solidFill>
                  <a:schemeClr val="lt1"/>
                </a:solidFill>
                <a:latin typeface="Sora"/>
                <a:ea typeface="Sora"/>
                <a:cs typeface="Sora"/>
                <a:sym typeface="Sora"/>
              </a:defRPr>
            </a:lvl5pPr>
            <a:lvl6pPr lvl="5">
              <a:spcBef>
                <a:spcPts val="0"/>
              </a:spcBef>
              <a:spcAft>
                <a:spcPts val="0"/>
              </a:spcAft>
              <a:buClr>
                <a:schemeClr val="lt1"/>
              </a:buClr>
              <a:buSzPts val="1000"/>
              <a:buFont typeface="Sora"/>
              <a:buNone/>
              <a:defRPr sz="1000">
                <a:solidFill>
                  <a:schemeClr val="lt1"/>
                </a:solidFill>
                <a:latin typeface="Sora"/>
                <a:ea typeface="Sora"/>
                <a:cs typeface="Sora"/>
                <a:sym typeface="Sora"/>
              </a:defRPr>
            </a:lvl6pPr>
            <a:lvl7pPr lvl="6">
              <a:spcBef>
                <a:spcPts val="0"/>
              </a:spcBef>
              <a:spcAft>
                <a:spcPts val="0"/>
              </a:spcAft>
              <a:buClr>
                <a:schemeClr val="lt1"/>
              </a:buClr>
              <a:buSzPts val="1000"/>
              <a:buFont typeface="Sora"/>
              <a:buNone/>
              <a:defRPr sz="1000">
                <a:solidFill>
                  <a:schemeClr val="lt1"/>
                </a:solidFill>
                <a:latin typeface="Sora"/>
                <a:ea typeface="Sora"/>
                <a:cs typeface="Sora"/>
                <a:sym typeface="Sora"/>
              </a:defRPr>
            </a:lvl7pPr>
            <a:lvl8pPr lvl="7">
              <a:spcBef>
                <a:spcPts val="0"/>
              </a:spcBef>
              <a:spcAft>
                <a:spcPts val="0"/>
              </a:spcAft>
              <a:buClr>
                <a:schemeClr val="lt1"/>
              </a:buClr>
              <a:buSzPts val="1000"/>
              <a:buFont typeface="Sora"/>
              <a:buNone/>
              <a:defRPr sz="1000">
                <a:solidFill>
                  <a:schemeClr val="lt1"/>
                </a:solidFill>
                <a:latin typeface="Sora"/>
                <a:ea typeface="Sora"/>
                <a:cs typeface="Sora"/>
                <a:sym typeface="Sora"/>
              </a:defRPr>
            </a:lvl8pPr>
            <a:lvl9pPr lvl="8">
              <a:spcBef>
                <a:spcPts val="0"/>
              </a:spcBef>
              <a:spcAft>
                <a:spcPts val="0"/>
              </a:spcAft>
              <a:buClr>
                <a:schemeClr val="lt1"/>
              </a:buClr>
              <a:buSzPts val="1000"/>
              <a:buFont typeface="Sora"/>
              <a:buNone/>
              <a:defRPr sz="1000">
                <a:solidFill>
                  <a:schemeClr val="lt1"/>
                </a:solidFill>
                <a:latin typeface="Sora"/>
                <a:ea typeface="Sora"/>
                <a:cs typeface="Sora"/>
                <a:sym typeface="Sora"/>
              </a:defRPr>
            </a:lvl9pPr>
          </a:lstStyle>
          <a:p>
            <a:endParaRPr/>
          </a:p>
        </p:txBody>
      </p:sp>
      <p:sp>
        <p:nvSpPr>
          <p:cNvPr id="608" name="Google Shape;608;p35"/>
          <p:cNvSpPr txBox="1">
            <a:spLocks noGrp="1"/>
          </p:cNvSpPr>
          <p:nvPr>
            <p:ph type="subTitle" idx="16"/>
          </p:nvPr>
        </p:nvSpPr>
        <p:spPr>
          <a:xfrm>
            <a:off x="4482800" y="1063750"/>
            <a:ext cx="1481100" cy="198300"/>
          </a:xfrm>
          <a:prstGeom prst="rect">
            <a:avLst/>
          </a:prstGeom>
        </p:spPr>
        <p:txBody>
          <a:bodyPr spcFirstLastPara="1" wrap="square" lIns="0" tIns="91425" rIns="91425" bIns="91425" anchor="b" anchorCtr="0">
            <a:noAutofit/>
          </a:bodyPr>
          <a:lstStyle>
            <a:lvl1pPr lvl="0">
              <a:spcBef>
                <a:spcPts val="0"/>
              </a:spcBef>
              <a:spcAft>
                <a:spcPts val="0"/>
              </a:spcAft>
              <a:buNone/>
              <a:defRPr b="1">
                <a:solidFill>
                  <a:schemeClr val="accent5"/>
                </a:solidFill>
              </a:defRPr>
            </a:lvl1pPr>
            <a:lvl2pPr lvl="1">
              <a:spcBef>
                <a:spcPts val="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09" name="Google Shape;609;p35"/>
          <p:cNvSpPr txBox="1">
            <a:spLocks noGrp="1"/>
          </p:cNvSpPr>
          <p:nvPr>
            <p:ph type="title" idx="17"/>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Audience Persona Infographic">
  <p:cSld name="BLANK_1_1_1_1_1_1_1_1_1_1_1_1_3">
    <p:bg>
      <p:bgPr>
        <a:solidFill>
          <a:schemeClr val="lt1"/>
        </a:solidFill>
        <a:effectLst/>
      </p:bgPr>
    </p:bg>
    <p:spTree>
      <p:nvGrpSpPr>
        <p:cNvPr id="1" name="Shape 610"/>
        <p:cNvGrpSpPr/>
        <p:nvPr/>
      </p:nvGrpSpPr>
      <p:grpSpPr>
        <a:xfrm>
          <a:off x="0" y="0"/>
          <a:ext cx="0" cy="0"/>
          <a:chOff x="0" y="0"/>
          <a:chExt cx="0" cy="0"/>
        </a:xfrm>
      </p:grpSpPr>
      <p:sp>
        <p:nvSpPr>
          <p:cNvPr id="611" name="Google Shape;611;p36"/>
          <p:cNvSpPr/>
          <p:nvPr/>
        </p:nvSpPr>
        <p:spPr>
          <a:xfrm>
            <a:off x="6702700" y="2532550"/>
            <a:ext cx="2441400" cy="2610900"/>
          </a:xfrm>
          <a:prstGeom prst="rect">
            <a:avLst/>
          </a:prstGeom>
          <a:solidFill>
            <a:schemeClr val="dk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12" name="Google Shape;612;p36"/>
          <p:cNvSpPr>
            <a:spLocks noGrp="1"/>
          </p:cNvSpPr>
          <p:nvPr>
            <p:ph type="pic" idx="2"/>
          </p:nvPr>
        </p:nvSpPr>
        <p:spPr>
          <a:xfrm>
            <a:off x="6702600" y="-16150"/>
            <a:ext cx="2441400" cy="2574600"/>
          </a:xfrm>
          <a:prstGeom prst="rect">
            <a:avLst/>
          </a:prstGeom>
          <a:noFill/>
          <a:ln>
            <a:noFill/>
          </a:ln>
        </p:spPr>
      </p:sp>
      <p:sp>
        <p:nvSpPr>
          <p:cNvPr id="613" name="Google Shape;613;p36"/>
          <p:cNvSpPr txBox="1">
            <a:spLocks noGrp="1"/>
          </p:cNvSpPr>
          <p:nvPr>
            <p:ph type="subTitle" idx="1"/>
          </p:nvPr>
        </p:nvSpPr>
        <p:spPr>
          <a:xfrm>
            <a:off x="115025" y="1739375"/>
            <a:ext cx="3460800" cy="1776600"/>
          </a:xfrm>
          <a:prstGeom prst="rect">
            <a:avLst/>
          </a:prstGeom>
        </p:spPr>
        <p:txBody>
          <a:bodyPr spcFirstLastPara="1" wrap="square" lIns="91425" tIns="0" rIns="91425" bIns="0" anchor="t" anchorCtr="0">
            <a:norm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nSpc>
                <a:spcPct val="115000"/>
              </a:lnSpc>
              <a:spcBef>
                <a:spcPts val="1000"/>
              </a:spcBef>
              <a:spcAft>
                <a:spcPts val="0"/>
              </a:spcAft>
              <a:buClr>
                <a:schemeClr val="dk2"/>
              </a:buClr>
              <a:buSzPts val="1400"/>
              <a:buNone/>
              <a:defRPr>
                <a:solidFill>
                  <a:schemeClr val="dk2"/>
                </a:solidFill>
              </a:defRPr>
            </a:lvl2pPr>
            <a:lvl3pPr lvl="2">
              <a:lnSpc>
                <a:spcPct val="115000"/>
              </a:lnSpc>
              <a:spcBef>
                <a:spcPts val="0"/>
              </a:spcBef>
              <a:spcAft>
                <a:spcPts val="0"/>
              </a:spcAft>
              <a:buClr>
                <a:schemeClr val="dk2"/>
              </a:buClr>
              <a:buSzPts val="1400"/>
              <a:buNone/>
              <a:defRPr>
                <a:solidFill>
                  <a:schemeClr val="dk2"/>
                </a:solidFill>
              </a:defRPr>
            </a:lvl3pPr>
            <a:lvl4pPr lvl="3">
              <a:lnSpc>
                <a:spcPct val="115000"/>
              </a:lnSpc>
              <a:spcBef>
                <a:spcPts val="0"/>
              </a:spcBef>
              <a:spcAft>
                <a:spcPts val="0"/>
              </a:spcAft>
              <a:buClr>
                <a:schemeClr val="dk2"/>
              </a:buClr>
              <a:buSzPts val="1400"/>
              <a:buNone/>
              <a:defRPr>
                <a:solidFill>
                  <a:schemeClr val="dk2"/>
                </a:solidFill>
              </a:defRPr>
            </a:lvl4pPr>
            <a:lvl5pPr lvl="4">
              <a:lnSpc>
                <a:spcPct val="115000"/>
              </a:lnSpc>
              <a:spcBef>
                <a:spcPts val="0"/>
              </a:spcBef>
              <a:spcAft>
                <a:spcPts val="0"/>
              </a:spcAft>
              <a:buClr>
                <a:schemeClr val="dk2"/>
              </a:buClr>
              <a:buSzPts val="1400"/>
              <a:buNone/>
              <a:defRPr>
                <a:solidFill>
                  <a:schemeClr val="dk2"/>
                </a:solidFill>
              </a:defRPr>
            </a:lvl5pPr>
            <a:lvl6pPr lvl="5">
              <a:lnSpc>
                <a:spcPct val="115000"/>
              </a:lnSpc>
              <a:spcBef>
                <a:spcPts val="0"/>
              </a:spcBef>
              <a:spcAft>
                <a:spcPts val="0"/>
              </a:spcAft>
              <a:buClr>
                <a:schemeClr val="dk2"/>
              </a:buClr>
              <a:buSzPts val="1400"/>
              <a:buNone/>
              <a:defRPr>
                <a:solidFill>
                  <a:schemeClr val="dk2"/>
                </a:solidFill>
              </a:defRPr>
            </a:lvl6pPr>
            <a:lvl7pPr lvl="6">
              <a:lnSpc>
                <a:spcPct val="115000"/>
              </a:lnSpc>
              <a:spcBef>
                <a:spcPts val="0"/>
              </a:spcBef>
              <a:spcAft>
                <a:spcPts val="0"/>
              </a:spcAft>
              <a:buClr>
                <a:schemeClr val="dk2"/>
              </a:buClr>
              <a:buSzPts val="1400"/>
              <a:buNone/>
              <a:defRPr>
                <a:solidFill>
                  <a:schemeClr val="dk2"/>
                </a:solidFill>
              </a:defRPr>
            </a:lvl7pPr>
            <a:lvl8pPr lvl="7">
              <a:lnSpc>
                <a:spcPct val="115000"/>
              </a:lnSpc>
              <a:spcBef>
                <a:spcPts val="0"/>
              </a:spcBef>
              <a:spcAft>
                <a:spcPts val="0"/>
              </a:spcAft>
              <a:buClr>
                <a:schemeClr val="dk2"/>
              </a:buClr>
              <a:buSzPts val="1400"/>
              <a:buNone/>
              <a:defRPr>
                <a:solidFill>
                  <a:schemeClr val="dk2"/>
                </a:solidFill>
              </a:defRPr>
            </a:lvl8pPr>
            <a:lvl9pPr lvl="8">
              <a:lnSpc>
                <a:spcPct val="115000"/>
              </a:lnSpc>
              <a:spcBef>
                <a:spcPts val="0"/>
              </a:spcBef>
              <a:spcAft>
                <a:spcPts val="0"/>
              </a:spcAft>
              <a:buClr>
                <a:schemeClr val="dk2"/>
              </a:buClr>
              <a:buSzPts val="1400"/>
              <a:buNone/>
              <a:defRPr>
                <a:solidFill>
                  <a:schemeClr val="dk2"/>
                </a:solidFill>
              </a:defRPr>
            </a:lvl9pPr>
          </a:lstStyle>
          <a:p>
            <a:endParaRPr/>
          </a:p>
        </p:txBody>
      </p:sp>
      <p:sp>
        <p:nvSpPr>
          <p:cNvPr id="614" name="Google Shape;614;p36"/>
          <p:cNvSpPr txBox="1">
            <a:spLocks noGrp="1"/>
          </p:cNvSpPr>
          <p:nvPr>
            <p:ph type="subTitle" idx="3"/>
          </p:nvPr>
        </p:nvSpPr>
        <p:spPr>
          <a:xfrm>
            <a:off x="115025" y="3869063"/>
            <a:ext cx="3460800" cy="8004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100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615" name="Google Shape;615;p36"/>
          <p:cNvSpPr txBox="1">
            <a:spLocks noGrp="1"/>
          </p:cNvSpPr>
          <p:nvPr>
            <p:ph type="title"/>
          </p:nvPr>
        </p:nvSpPr>
        <p:spPr>
          <a:xfrm>
            <a:off x="3656050" y="1739375"/>
            <a:ext cx="2960700" cy="237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616" name="Google Shape;616;p36"/>
          <p:cNvSpPr txBox="1">
            <a:spLocks noGrp="1"/>
          </p:cNvSpPr>
          <p:nvPr>
            <p:ph type="title" idx="4"/>
          </p:nvPr>
        </p:nvSpPr>
        <p:spPr>
          <a:xfrm>
            <a:off x="3656050" y="2786778"/>
            <a:ext cx="2960700" cy="3387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617" name="Google Shape;617;p36"/>
          <p:cNvSpPr txBox="1">
            <a:spLocks noGrp="1"/>
          </p:cNvSpPr>
          <p:nvPr>
            <p:ph type="title" idx="5"/>
          </p:nvPr>
        </p:nvSpPr>
        <p:spPr>
          <a:xfrm>
            <a:off x="3624425" y="4231975"/>
            <a:ext cx="900600" cy="3387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618" name="Google Shape;618;p36"/>
          <p:cNvSpPr txBox="1">
            <a:spLocks noGrp="1"/>
          </p:cNvSpPr>
          <p:nvPr>
            <p:ph type="title" idx="6"/>
          </p:nvPr>
        </p:nvSpPr>
        <p:spPr>
          <a:xfrm>
            <a:off x="115025" y="1079975"/>
            <a:ext cx="6055500" cy="4923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2pPr>
            <a:lvl3pPr lvl="2">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3pPr>
            <a:lvl4pPr lvl="3">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4pPr>
            <a:lvl5pPr lvl="4">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5pPr>
            <a:lvl6pPr lvl="5">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6pPr>
            <a:lvl7pPr lvl="6">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7pPr>
            <a:lvl8pPr lvl="7">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8pPr>
            <a:lvl9pPr lvl="8">
              <a:spcBef>
                <a:spcPts val="0"/>
              </a:spcBef>
              <a:spcAft>
                <a:spcPts val="0"/>
              </a:spcAft>
              <a:buClr>
                <a:schemeClr val="dk2"/>
              </a:buClr>
              <a:buSzPts val="1200"/>
              <a:buFont typeface="IBM Plex Sans Medium"/>
              <a:buNone/>
              <a:defRPr sz="1200">
                <a:solidFill>
                  <a:schemeClr val="dk2"/>
                </a:solidFill>
                <a:latin typeface="IBM Plex Sans Medium"/>
                <a:ea typeface="IBM Plex Sans Medium"/>
                <a:cs typeface="IBM Plex Sans Medium"/>
                <a:sym typeface="IBM Plex Sans Medium"/>
              </a:defRPr>
            </a:lvl9pPr>
          </a:lstStyle>
          <a:p>
            <a:endParaRPr/>
          </a:p>
        </p:txBody>
      </p:sp>
      <p:sp>
        <p:nvSpPr>
          <p:cNvPr id="619" name="Google Shape;619;p36"/>
          <p:cNvSpPr txBox="1">
            <a:spLocks noGrp="1"/>
          </p:cNvSpPr>
          <p:nvPr>
            <p:ph type="title" idx="7"/>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620" name="Google Shape;620;p36"/>
          <p:cNvSpPr txBox="1">
            <a:spLocks noGrp="1"/>
          </p:cNvSpPr>
          <p:nvPr>
            <p:ph type="title" idx="8"/>
          </p:nvPr>
        </p:nvSpPr>
        <p:spPr>
          <a:xfrm>
            <a:off x="115025" y="473240"/>
            <a:ext cx="6055500" cy="5772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a:endParaRPr/>
          </a:p>
        </p:txBody>
      </p:sp>
      <p:sp>
        <p:nvSpPr>
          <p:cNvPr id="621" name="Google Shape;621;p36"/>
          <p:cNvSpPr txBox="1">
            <a:spLocks noGrp="1"/>
          </p:cNvSpPr>
          <p:nvPr>
            <p:ph type="title" idx="9"/>
          </p:nvPr>
        </p:nvSpPr>
        <p:spPr>
          <a:xfrm>
            <a:off x="115025" y="3631463"/>
            <a:ext cx="3460800" cy="237600"/>
          </a:xfrm>
          <a:prstGeom prst="rect">
            <a:avLst/>
          </a:prstGeom>
        </p:spPr>
        <p:txBody>
          <a:bodyPr spcFirstLastPara="1" wrap="square" lIns="91425" tIns="0" rIns="0" bIns="0" anchor="t" anchorCtr="0">
            <a:noAutofit/>
          </a:bodyPr>
          <a:lstStyle>
            <a:lvl1pPr lvl="0">
              <a:spcBef>
                <a:spcPts val="0"/>
              </a:spcBef>
              <a:spcAft>
                <a:spcPts val="0"/>
              </a:spcAft>
              <a:buNone/>
              <a:defRPr sz="1000">
                <a:solidFill>
                  <a:schemeClr val="dk2"/>
                </a:solidFill>
                <a:latin typeface="IBM Plex Sans Medium"/>
                <a:ea typeface="IBM Plex Sans Medium"/>
                <a:cs typeface="IBM Plex Sans Medium"/>
                <a:sym typeface="IBM Plex Sans Medium"/>
              </a:defRPr>
            </a:lvl1pPr>
            <a:lvl2pPr lvl="1">
              <a:spcBef>
                <a:spcPts val="100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622" name="Google Shape;622;p36"/>
          <p:cNvSpPr txBox="1">
            <a:spLocks noGrp="1"/>
          </p:cNvSpPr>
          <p:nvPr>
            <p:ph type="subTitle" idx="13"/>
          </p:nvPr>
        </p:nvSpPr>
        <p:spPr>
          <a:xfrm>
            <a:off x="6751650" y="2599100"/>
            <a:ext cx="2266200" cy="279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23" name="Google Shape;623;p36"/>
          <p:cNvSpPr txBox="1">
            <a:spLocks noGrp="1"/>
          </p:cNvSpPr>
          <p:nvPr>
            <p:ph type="subTitle" idx="14"/>
          </p:nvPr>
        </p:nvSpPr>
        <p:spPr>
          <a:xfrm>
            <a:off x="6751650" y="2912378"/>
            <a:ext cx="2266200" cy="279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24" name="Google Shape;624;p36"/>
          <p:cNvSpPr txBox="1">
            <a:spLocks noGrp="1"/>
          </p:cNvSpPr>
          <p:nvPr>
            <p:ph type="subTitle" idx="15"/>
          </p:nvPr>
        </p:nvSpPr>
        <p:spPr>
          <a:xfrm>
            <a:off x="6751650" y="3225655"/>
            <a:ext cx="2266200" cy="279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25" name="Google Shape;625;p36"/>
          <p:cNvSpPr txBox="1">
            <a:spLocks noGrp="1"/>
          </p:cNvSpPr>
          <p:nvPr>
            <p:ph type="subTitle" idx="16"/>
          </p:nvPr>
        </p:nvSpPr>
        <p:spPr>
          <a:xfrm>
            <a:off x="6751650" y="3538932"/>
            <a:ext cx="2266200" cy="279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26" name="Google Shape;626;p36"/>
          <p:cNvSpPr txBox="1">
            <a:spLocks noGrp="1"/>
          </p:cNvSpPr>
          <p:nvPr>
            <p:ph type="subTitle" idx="17"/>
          </p:nvPr>
        </p:nvSpPr>
        <p:spPr>
          <a:xfrm>
            <a:off x="6751650" y="3852210"/>
            <a:ext cx="2266200" cy="279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27" name="Google Shape;627;p36"/>
          <p:cNvSpPr txBox="1">
            <a:spLocks noGrp="1"/>
          </p:cNvSpPr>
          <p:nvPr>
            <p:ph type="subTitle" idx="18"/>
          </p:nvPr>
        </p:nvSpPr>
        <p:spPr>
          <a:xfrm>
            <a:off x="6751650" y="4165488"/>
            <a:ext cx="2266200" cy="2796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accent5"/>
                </a:solidFill>
                <a:latin typeface="Sora ExtraLight"/>
                <a:ea typeface="Sora ExtraLight"/>
                <a:cs typeface="Sora ExtraLight"/>
                <a:sym typeface="Sora ExtraLight"/>
              </a:defRPr>
            </a:lvl1pPr>
            <a:lvl2pPr lvl="1">
              <a:spcBef>
                <a:spcPts val="1000"/>
              </a:spcBef>
              <a:spcAft>
                <a:spcPts val="0"/>
              </a:spcAft>
              <a:buClr>
                <a:schemeClr val="accent5"/>
              </a:buClr>
              <a:buSzPts val="1400"/>
              <a:buNone/>
              <a:defRPr>
                <a:solidFill>
                  <a:schemeClr val="accent5"/>
                </a:solidFill>
              </a:defRPr>
            </a:lvl2pPr>
            <a:lvl3pPr lvl="2">
              <a:spcBef>
                <a:spcPts val="0"/>
              </a:spcBef>
              <a:spcAft>
                <a:spcPts val="0"/>
              </a:spcAft>
              <a:buClr>
                <a:schemeClr val="accent5"/>
              </a:buClr>
              <a:buSzPts val="1400"/>
              <a:buNone/>
              <a:defRPr>
                <a:solidFill>
                  <a:schemeClr val="accent5"/>
                </a:solidFill>
              </a:defRPr>
            </a:lvl3pPr>
            <a:lvl4pPr lvl="3">
              <a:spcBef>
                <a:spcPts val="0"/>
              </a:spcBef>
              <a:spcAft>
                <a:spcPts val="0"/>
              </a:spcAft>
              <a:buClr>
                <a:schemeClr val="accent5"/>
              </a:buClr>
              <a:buSzPts val="1400"/>
              <a:buNone/>
              <a:defRPr>
                <a:solidFill>
                  <a:schemeClr val="accent5"/>
                </a:solidFill>
              </a:defRPr>
            </a:lvl4pPr>
            <a:lvl5pPr lvl="4">
              <a:spcBef>
                <a:spcPts val="0"/>
              </a:spcBef>
              <a:spcAft>
                <a:spcPts val="0"/>
              </a:spcAft>
              <a:buClr>
                <a:schemeClr val="accent5"/>
              </a:buClr>
              <a:buSzPts val="1400"/>
              <a:buNone/>
              <a:defRPr>
                <a:solidFill>
                  <a:schemeClr val="accent5"/>
                </a:solidFill>
              </a:defRPr>
            </a:lvl5pPr>
            <a:lvl6pPr lvl="5">
              <a:spcBef>
                <a:spcPts val="0"/>
              </a:spcBef>
              <a:spcAft>
                <a:spcPts val="0"/>
              </a:spcAft>
              <a:buClr>
                <a:schemeClr val="accent5"/>
              </a:buClr>
              <a:buSzPts val="1400"/>
              <a:buNone/>
              <a:defRPr>
                <a:solidFill>
                  <a:schemeClr val="accent5"/>
                </a:solidFill>
              </a:defRPr>
            </a:lvl6pPr>
            <a:lvl7pPr lvl="6">
              <a:spcBef>
                <a:spcPts val="0"/>
              </a:spcBef>
              <a:spcAft>
                <a:spcPts val="0"/>
              </a:spcAft>
              <a:buClr>
                <a:schemeClr val="accent5"/>
              </a:buClr>
              <a:buSzPts val="1400"/>
              <a:buNone/>
              <a:defRPr>
                <a:solidFill>
                  <a:schemeClr val="accent5"/>
                </a:solidFill>
              </a:defRPr>
            </a:lvl7pPr>
            <a:lvl8pPr lvl="7">
              <a:spcBef>
                <a:spcPts val="0"/>
              </a:spcBef>
              <a:spcAft>
                <a:spcPts val="0"/>
              </a:spcAft>
              <a:buClr>
                <a:schemeClr val="accent5"/>
              </a:buClr>
              <a:buSzPts val="1400"/>
              <a:buNone/>
              <a:defRPr>
                <a:solidFill>
                  <a:schemeClr val="accent5"/>
                </a:solidFill>
              </a:defRPr>
            </a:lvl8pPr>
            <a:lvl9pPr lvl="8">
              <a:spcBef>
                <a:spcPts val="0"/>
              </a:spcBef>
              <a:spcAft>
                <a:spcPts val="0"/>
              </a:spcAft>
              <a:buClr>
                <a:schemeClr val="accent5"/>
              </a:buClr>
              <a:buSzPts val="1400"/>
              <a:buNone/>
              <a:defRPr>
                <a:solidFill>
                  <a:schemeClr val="accent5"/>
                </a:solidFill>
              </a:defRPr>
            </a:lvl9pPr>
          </a:lstStyle>
          <a:p>
            <a:endParaRPr/>
          </a:p>
        </p:txBody>
      </p:sp>
      <p:sp>
        <p:nvSpPr>
          <p:cNvPr id="628" name="Google Shape;628;p36"/>
          <p:cNvSpPr txBox="1">
            <a:spLocks noGrp="1"/>
          </p:cNvSpPr>
          <p:nvPr>
            <p:ph type="title" idx="19"/>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Title, body and image - Alt 2">
  <p:cSld name="BLANK_1_1_1_1_1_1_1_1_1_1_1_1_2">
    <p:spTree>
      <p:nvGrpSpPr>
        <p:cNvPr id="1" name="Shape 629"/>
        <p:cNvGrpSpPr/>
        <p:nvPr/>
      </p:nvGrpSpPr>
      <p:grpSpPr>
        <a:xfrm>
          <a:off x="0" y="0"/>
          <a:ext cx="0" cy="0"/>
          <a:chOff x="0" y="0"/>
          <a:chExt cx="0" cy="0"/>
        </a:xfrm>
      </p:grpSpPr>
      <p:sp>
        <p:nvSpPr>
          <p:cNvPr id="630" name="Google Shape;630;p37"/>
          <p:cNvSpPr/>
          <p:nvPr/>
        </p:nvSpPr>
        <p:spPr>
          <a:xfrm rot="-8100000" flipH="1">
            <a:off x="4692650" y="965198"/>
            <a:ext cx="4843399" cy="2480248"/>
          </a:xfrm>
          <a:prstGeom prst="flowChartConnector">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31" name="Google Shape;631;p37"/>
          <p:cNvSpPr/>
          <p:nvPr/>
        </p:nvSpPr>
        <p:spPr>
          <a:xfrm rot="10800000" flipH="1">
            <a:off x="4676692" y="3337812"/>
            <a:ext cx="4467295" cy="1685226"/>
          </a:xfrm>
          <a:custGeom>
            <a:avLst/>
            <a:gdLst/>
            <a:ahLst/>
            <a:cxnLst/>
            <a:rect l="l" t="t" r="r" b="b"/>
            <a:pathLst>
              <a:path w="119855" h="51371" extrusionOk="0">
                <a:moveTo>
                  <a:pt x="32006" y="0"/>
                </a:moveTo>
                <a:lnTo>
                  <a:pt x="30303" y="29"/>
                </a:lnTo>
                <a:lnTo>
                  <a:pt x="28658" y="116"/>
                </a:lnTo>
                <a:lnTo>
                  <a:pt x="27042" y="202"/>
                </a:lnTo>
                <a:lnTo>
                  <a:pt x="25455" y="289"/>
                </a:lnTo>
                <a:lnTo>
                  <a:pt x="23896" y="433"/>
                </a:lnTo>
                <a:lnTo>
                  <a:pt x="22367" y="606"/>
                </a:lnTo>
                <a:lnTo>
                  <a:pt x="20895" y="779"/>
                </a:lnTo>
                <a:lnTo>
                  <a:pt x="19452" y="1010"/>
                </a:lnTo>
                <a:lnTo>
                  <a:pt x="18067" y="1241"/>
                </a:lnTo>
                <a:lnTo>
                  <a:pt x="16710" y="1501"/>
                </a:lnTo>
                <a:lnTo>
                  <a:pt x="15383" y="1761"/>
                </a:lnTo>
                <a:lnTo>
                  <a:pt x="14142" y="2078"/>
                </a:lnTo>
                <a:lnTo>
                  <a:pt x="12930" y="2396"/>
                </a:lnTo>
                <a:lnTo>
                  <a:pt x="11746" y="2771"/>
                </a:lnTo>
                <a:lnTo>
                  <a:pt x="10621" y="3117"/>
                </a:lnTo>
                <a:lnTo>
                  <a:pt x="9524" y="3550"/>
                </a:lnTo>
                <a:lnTo>
                  <a:pt x="8485" y="3983"/>
                </a:lnTo>
                <a:lnTo>
                  <a:pt x="7504" y="4416"/>
                </a:lnTo>
                <a:lnTo>
                  <a:pt x="6581" y="4906"/>
                </a:lnTo>
                <a:lnTo>
                  <a:pt x="5715" y="5397"/>
                </a:lnTo>
                <a:lnTo>
                  <a:pt x="4907" y="5916"/>
                </a:lnTo>
                <a:lnTo>
                  <a:pt x="4156" y="6465"/>
                </a:lnTo>
                <a:lnTo>
                  <a:pt x="3464" y="7013"/>
                </a:lnTo>
                <a:lnTo>
                  <a:pt x="2829" y="7590"/>
                </a:lnTo>
                <a:lnTo>
                  <a:pt x="2281" y="8196"/>
                </a:lnTo>
                <a:lnTo>
                  <a:pt x="1761" y="8802"/>
                </a:lnTo>
                <a:lnTo>
                  <a:pt x="1328" y="9437"/>
                </a:lnTo>
                <a:lnTo>
                  <a:pt x="953" y="10072"/>
                </a:lnTo>
                <a:lnTo>
                  <a:pt x="636" y="10765"/>
                </a:lnTo>
                <a:lnTo>
                  <a:pt x="376" y="11429"/>
                </a:lnTo>
                <a:lnTo>
                  <a:pt x="174" y="12121"/>
                </a:lnTo>
                <a:lnTo>
                  <a:pt x="87" y="12698"/>
                </a:lnTo>
                <a:lnTo>
                  <a:pt x="29" y="13276"/>
                </a:lnTo>
                <a:lnTo>
                  <a:pt x="1" y="13853"/>
                </a:lnTo>
                <a:lnTo>
                  <a:pt x="29" y="14430"/>
                </a:lnTo>
                <a:lnTo>
                  <a:pt x="87" y="15007"/>
                </a:lnTo>
                <a:lnTo>
                  <a:pt x="174" y="15613"/>
                </a:lnTo>
                <a:lnTo>
                  <a:pt x="318" y="16219"/>
                </a:lnTo>
                <a:lnTo>
                  <a:pt x="491" y="16796"/>
                </a:lnTo>
                <a:lnTo>
                  <a:pt x="722" y="17403"/>
                </a:lnTo>
                <a:lnTo>
                  <a:pt x="953" y="18009"/>
                </a:lnTo>
                <a:lnTo>
                  <a:pt x="1242" y="18615"/>
                </a:lnTo>
                <a:lnTo>
                  <a:pt x="1588" y="19221"/>
                </a:lnTo>
                <a:lnTo>
                  <a:pt x="1934" y="19856"/>
                </a:lnTo>
                <a:lnTo>
                  <a:pt x="2338" y="20462"/>
                </a:lnTo>
                <a:lnTo>
                  <a:pt x="2771" y="21068"/>
                </a:lnTo>
                <a:lnTo>
                  <a:pt x="3233" y="21703"/>
                </a:lnTo>
                <a:lnTo>
                  <a:pt x="3752" y="22309"/>
                </a:lnTo>
                <a:lnTo>
                  <a:pt x="4272" y="22944"/>
                </a:lnTo>
                <a:lnTo>
                  <a:pt x="4849" y="23550"/>
                </a:lnTo>
                <a:lnTo>
                  <a:pt x="5455" y="24185"/>
                </a:lnTo>
                <a:lnTo>
                  <a:pt x="6090" y="24791"/>
                </a:lnTo>
                <a:lnTo>
                  <a:pt x="6754" y="25426"/>
                </a:lnTo>
                <a:lnTo>
                  <a:pt x="7446" y="26032"/>
                </a:lnTo>
                <a:lnTo>
                  <a:pt x="8197" y="26638"/>
                </a:lnTo>
                <a:lnTo>
                  <a:pt x="8947" y="27273"/>
                </a:lnTo>
                <a:lnTo>
                  <a:pt x="9726" y="27879"/>
                </a:lnTo>
                <a:lnTo>
                  <a:pt x="10563" y="28485"/>
                </a:lnTo>
                <a:lnTo>
                  <a:pt x="11400" y="29120"/>
                </a:lnTo>
                <a:lnTo>
                  <a:pt x="12295" y="29726"/>
                </a:lnTo>
                <a:lnTo>
                  <a:pt x="13189" y="30332"/>
                </a:lnTo>
                <a:lnTo>
                  <a:pt x="14113" y="30938"/>
                </a:lnTo>
                <a:lnTo>
                  <a:pt x="15094" y="31544"/>
                </a:lnTo>
                <a:lnTo>
                  <a:pt x="17085" y="32727"/>
                </a:lnTo>
                <a:lnTo>
                  <a:pt x="19192" y="33910"/>
                </a:lnTo>
                <a:lnTo>
                  <a:pt x="21414" y="35065"/>
                </a:lnTo>
                <a:lnTo>
                  <a:pt x="23723" y="36219"/>
                </a:lnTo>
                <a:lnTo>
                  <a:pt x="26118" y="37316"/>
                </a:lnTo>
                <a:lnTo>
                  <a:pt x="28629" y="38412"/>
                </a:lnTo>
                <a:lnTo>
                  <a:pt x="31198" y="39480"/>
                </a:lnTo>
                <a:lnTo>
                  <a:pt x="33853" y="40519"/>
                </a:lnTo>
                <a:lnTo>
                  <a:pt x="36595" y="41529"/>
                </a:lnTo>
                <a:lnTo>
                  <a:pt x="39423" y="42510"/>
                </a:lnTo>
                <a:lnTo>
                  <a:pt x="42309" y="43434"/>
                </a:lnTo>
                <a:lnTo>
                  <a:pt x="45281" y="44329"/>
                </a:lnTo>
                <a:lnTo>
                  <a:pt x="48283" y="45194"/>
                </a:lnTo>
                <a:lnTo>
                  <a:pt x="51371" y="46002"/>
                </a:lnTo>
                <a:lnTo>
                  <a:pt x="54516" y="46782"/>
                </a:lnTo>
                <a:lnTo>
                  <a:pt x="57691" y="47503"/>
                </a:lnTo>
                <a:lnTo>
                  <a:pt x="59884" y="47965"/>
                </a:lnTo>
                <a:lnTo>
                  <a:pt x="62049" y="48398"/>
                </a:lnTo>
                <a:lnTo>
                  <a:pt x="64213" y="48802"/>
                </a:lnTo>
                <a:lnTo>
                  <a:pt x="66378" y="49177"/>
                </a:lnTo>
                <a:lnTo>
                  <a:pt x="68542" y="49523"/>
                </a:lnTo>
                <a:lnTo>
                  <a:pt x="70678" y="49841"/>
                </a:lnTo>
                <a:lnTo>
                  <a:pt x="72813" y="50129"/>
                </a:lnTo>
                <a:lnTo>
                  <a:pt x="74949" y="50389"/>
                </a:lnTo>
                <a:lnTo>
                  <a:pt x="77027" y="50620"/>
                </a:lnTo>
                <a:lnTo>
                  <a:pt x="79133" y="50822"/>
                </a:lnTo>
                <a:lnTo>
                  <a:pt x="81183" y="50995"/>
                </a:lnTo>
                <a:lnTo>
                  <a:pt x="83232" y="51111"/>
                </a:lnTo>
                <a:lnTo>
                  <a:pt x="85252" y="51226"/>
                </a:lnTo>
                <a:lnTo>
                  <a:pt x="87272" y="51313"/>
                </a:lnTo>
                <a:lnTo>
                  <a:pt x="89234" y="51370"/>
                </a:lnTo>
                <a:lnTo>
                  <a:pt x="91168" y="51370"/>
                </a:lnTo>
                <a:lnTo>
                  <a:pt x="93534" y="51342"/>
                </a:lnTo>
                <a:lnTo>
                  <a:pt x="95843" y="51284"/>
                </a:lnTo>
                <a:lnTo>
                  <a:pt x="98094" y="51168"/>
                </a:lnTo>
                <a:lnTo>
                  <a:pt x="100259" y="50995"/>
                </a:lnTo>
                <a:lnTo>
                  <a:pt x="102365" y="50764"/>
                </a:lnTo>
                <a:lnTo>
                  <a:pt x="104386" y="50533"/>
                </a:lnTo>
                <a:lnTo>
                  <a:pt x="106319" y="50216"/>
                </a:lnTo>
                <a:lnTo>
                  <a:pt x="108195" y="49870"/>
                </a:lnTo>
                <a:lnTo>
                  <a:pt x="109955" y="49466"/>
                </a:lnTo>
                <a:lnTo>
                  <a:pt x="111658" y="49033"/>
                </a:lnTo>
                <a:lnTo>
                  <a:pt x="113274" y="48571"/>
                </a:lnTo>
                <a:lnTo>
                  <a:pt x="114025" y="48311"/>
                </a:lnTo>
                <a:lnTo>
                  <a:pt x="114775" y="48052"/>
                </a:lnTo>
                <a:lnTo>
                  <a:pt x="115497" y="47763"/>
                </a:lnTo>
                <a:lnTo>
                  <a:pt x="116189" y="47474"/>
                </a:lnTo>
                <a:lnTo>
                  <a:pt x="116882" y="47186"/>
                </a:lnTo>
                <a:lnTo>
                  <a:pt x="117517" y="46868"/>
                </a:lnTo>
                <a:lnTo>
                  <a:pt x="118152" y="46580"/>
                </a:lnTo>
                <a:lnTo>
                  <a:pt x="118729" y="46233"/>
                </a:lnTo>
                <a:lnTo>
                  <a:pt x="119306" y="45916"/>
                </a:lnTo>
                <a:lnTo>
                  <a:pt x="119854" y="45570"/>
                </a:lnTo>
                <a:lnTo>
                  <a:pt x="119854" y="27590"/>
                </a:lnTo>
                <a:lnTo>
                  <a:pt x="118989" y="26724"/>
                </a:lnTo>
                <a:lnTo>
                  <a:pt x="118065" y="25858"/>
                </a:lnTo>
                <a:lnTo>
                  <a:pt x="117084" y="24993"/>
                </a:lnTo>
                <a:lnTo>
                  <a:pt x="116045" y="24127"/>
                </a:lnTo>
                <a:lnTo>
                  <a:pt x="114919" y="23290"/>
                </a:lnTo>
                <a:lnTo>
                  <a:pt x="113765" y="22424"/>
                </a:lnTo>
                <a:lnTo>
                  <a:pt x="112553" y="21558"/>
                </a:lnTo>
                <a:lnTo>
                  <a:pt x="111283" y="20721"/>
                </a:lnTo>
                <a:lnTo>
                  <a:pt x="109927" y="19884"/>
                </a:lnTo>
                <a:lnTo>
                  <a:pt x="108570" y="19048"/>
                </a:lnTo>
                <a:lnTo>
                  <a:pt x="107127" y="18239"/>
                </a:lnTo>
                <a:lnTo>
                  <a:pt x="105627" y="17403"/>
                </a:lnTo>
                <a:lnTo>
                  <a:pt x="104097" y="16594"/>
                </a:lnTo>
                <a:lnTo>
                  <a:pt x="102510" y="15786"/>
                </a:lnTo>
                <a:lnTo>
                  <a:pt x="100894" y="15007"/>
                </a:lnTo>
                <a:lnTo>
                  <a:pt x="99220" y="14228"/>
                </a:lnTo>
                <a:lnTo>
                  <a:pt x="97430" y="13420"/>
                </a:lnTo>
                <a:lnTo>
                  <a:pt x="95612" y="12641"/>
                </a:lnTo>
                <a:lnTo>
                  <a:pt x="93765" y="11890"/>
                </a:lnTo>
                <a:lnTo>
                  <a:pt x="91889" y="11140"/>
                </a:lnTo>
                <a:lnTo>
                  <a:pt x="89985" y="10419"/>
                </a:lnTo>
                <a:lnTo>
                  <a:pt x="88022" y="9726"/>
                </a:lnTo>
                <a:lnTo>
                  <a:pt x="86060" y="9033"/>
                </a:lnTo>
                <a:lnTo>
                  <a:pt x="84040" y="8369"/>
                </a:lnTo>
                <a:lnTo>
                  <a:pt x="82019" y="7735"/>
                </a:lnTo>
                <a:lnTo>
                  <a:pt x="79970" y="7100"/>
                </a:lnTo>
                <a:lnTo>
                  <a:pt x="77893" y="6522"/>
                </a:lnTo>
                <a:lnTo>
                  <a:pt x="75786" y="5945"/>
                </a:lnTo>
                <a:lnTo>
                  <a:pt x="73650" y="5368"/>
                </a:lnTo>
                <a:lnTo>
                  <a:pt x="71515" y="4849"/>
                </a:lnTo>
                <a:lnTo>
                  <a:pt x="69379" y="4329"/>
                </a:lnTo>
                <a:lnTo>
                  <a:pt x="67214" y="3839"/>
                </a:lnTo>
                <a:lnTo>
                  <a:pt x="65021" y="3377"/>
                </a:lnTo>
                <a:lnTo>
                  <a:pt x="62857" y="2944"/>
                </a:lnTo>
                <a:lnTo>
                  <a:pt x="60692" y="2540"/>
                </a:lnTo>
                <a:lnTo>
                  <a:pt x="58528" y="2194"/>
                </a:lnTo>
                <a:lnTo>
                  <a:pt x="56363" y="1847"/>
                </a:lnTo>
                <a:lnTo>
                  <a:pt x="54228" y="1530"/>
                </a:lnTo>
                <a:lnTo>
                  <a:pt x="52092" y="1241"/>
                </a:lnTo>
                <a:lnTo>
                  <a:pt x="49985" y="981"/>
                </a:lnTo>
                <a:lnTo>
                  <a:pt x="47879" y="751"/>
                </a:lnTo>
                <a:lnTo>
                  <a:pt x="45772" y="549"/>
                </a:lnTo>
                <a:lnTo>
                  <a:pt x="43723" y="375"/>
                </a:lnTo>
                <a:lnTo>
                  <a:pt x="41674" y="231"/>
                </a:lnTo>
                <a:lnTo>
                  <a:pt x="39654" y="116"/>
                </a:lnTo>
                <a:lnTo>
                  <a:pt x="37662" y="58"/>
                </a:lnTo>
                <a:lnTo>
                  <a:pt x="35671" y="0"/>
                </a:lnTo>
                <a:close/>
              </a:path>
            </a:pathLst>
          </a:cu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lt1"/>
              </a:solidFill>
              <a:latin typeface="Sora"/>
              <a:ea typeface="Sora"/>
              <a:cs typeface="Sora"/>
              <a:sym typeface="Sora"/>
            </a:endParaRPr>
          </a:p>
        </p:txBody>
      </p:sp>
      <p:sp>
        <p:nvSpPr>
          <p:cNvPr id="632" name="Google Shape;632;p37"/>
          <p:cNvSpPr>
            <a:spLocks noGrp="1"/>
          </p:cNvSpPr>
          <p:nvPr>
            <p:ph type="pic" idx="2"/>
          </p:nvPr>
        </p:nvSpPr>
        <p:spPr>
          <a:xfrm>
            <a:off x="5457500" y="0"/>
            <a:ext cx="3686400" cy="5143500"/>
          </a:xfrm>
          <a:prstGeom prst="rect">
            <a:avLst/>
          </a:prstGeom>
          <a:noFill/>
          <a:ln>
            <a:noFill/>
          </a:ln>
        </p:spPr>
      </p:sp>
      <p:sp>
        <p:nvSpPr>
          <p:cNvPr id="633" name="Google Shape;633;p37"/>
          <p:cNvSpPr txBox="1">
            <a:spLocks noGrp="1"/>
          </p:cNvSpPr>
          <p:nvPr>
            <p:ph type="body" idx="1"/>
          </p:nvPr>
        </p:nvSpPr>
        <p:spPr>
          <a:xfrm>
            <a:off x="115025" y="1743625"/>
            <a:ext cx="2094000" cy="2864700"/>
          </a:xfrm>
          <a:prstGeom prst="rect">
            <a:avLst/>
          </a:prstGeom>
        </p:spPr>
        <p:txBody>
          <a:bodyPr spcFirstLastPara="1" wrap="square" lIns="91425" tIns="91425" rIns="91425" bIns="91425" anchor="t" anchorCtr="0">
            <a:noAutofit/>
          </a:bodyPr>
          <a:lstStyle>
            <a:lvl1pPr marL="457200" lvl="0" indent="-292100">
              <a:spcBef>
                <a:spcPts val="0"/>
              </a:spcBef>
              <a:spcAft>
                <a:spcPts val="0"/>
              </a:spcAft>
              <a:buSzPts val="1000"/>
              <a:buFont typeface="Sora Light"/>
              <a:buChar char="●"/>
              <a:defRPr sz="1000">
                <a:latin typeface="Sora Light"/>
                <a:ea typeface="Sora Light"/>
                <a:cs typeface="Sora Light"/>
                <a:sym typeface="Sora Light"/>
              </a:defRPr>
            </a:lvl1pPr>
            <a:lvl2pPr marL="914400" lvl="1" indent="-292100">
              <a:spcBef>
                <a:spcPts val="800"/>
              </a:spcBef>
              <a:spcAft>
                <a:spcPts val="0"/>
              </a:spcAft>
              <a:buSzPts val="1000"/>
              <a:buFont typeface="Sora Light"/>
              <a:buChar char="○"/>
              <a:defRPr sz="1000">
                <a:latin typeface="Sora Light"/>
                <a:ea typeface="Sora Light"/>
                <a:cs typeface="Sora Light"/>
                <a:sym typeface="Sora Light"/>
              </a:defRPr>
            </a:lvl2pPr>
            <a:lvl3pPr marL="1371600" lvl="2" indent="-292100">
              <a:spcBef>
                <a:spcPts val="800"/>
              </a:spcBef>
              <a:spcAft>
                <a:spcPts val="0"/>
              </a:spcAft>
              <a:buSzPts val="1000"/>
              <a:buFont typeface="Sora Light"/>
              <a:buChar char="■"/>
              <a:defRPr sz="1000">
                <a:latin typeface="Sora Light"/>
                <a:ea typeface="Sora Light"/>
                <a:cs typeface="Sora Light"/>
                <a:sym typeface="Sora Light"/>
              </a:defRPr>
            </a:lvl3pPr>
            <a:lvl4pPr marL="1828800" lvl="3" indent="-292100">
              <a:spcBef>
                <a:spcPts val="800"/>
              </a:spcBef>
              <a:spcAft>
                <a:spcPts val="0"/>
              </a:spcAft>
              <a:buSzPts val="1000"/>
              <a:buFont typeface="Sora Light"/>
              <a:buChar char="●"/>
              <a:defRPr sz="1000">
                <a:latin typeface="Sora Light"/>
                <a:ea typeface="Sora Light"/>
                <a:cs typeface="Sora Light"/>
                <a:sym typeface="Sora Light"/>
              </a:defRPr>
            </a:lvl4pPr>
            <a:lvl5pPr marL="2286000" lvl="4" indent="-292100">
              <a:spcBef>
                <a:spcPts val="800"/>
              </a:spcBef>
              <a:spcAft>
                <a:spcPts val="0"/>
              </a:spcAft>
              <a:buSzPts val="1000"/>
              <a:buFont typeface="Sora Light"/>
              <a:buChar char="○"/>
              <a:defRPr sz="1000">
                <a:latin typeface="Sora Light"/>
                <a:ea typeface="Sora Light"/>
                <a:cs typeface="Sora Light"/>
                <a:sym typeface="Sora Light"/>
              </a:defRPr>
            </a:lvl5pPr>
            <a:lvl6pPr marL="2743200" lvl="5" indent="-292100">
              <a:spcBef>
                <a:spcPts val="800"/>
              </a:spcBef>
              <a:spcAft>
                <a:spcPts val="0"/>
              </a:spcAft>
              <a:buSzPts val="1000"/>
              <a:buFont typeface="Sora Light"/>
              <a:buChar char="■"/>
              <a:defRPr sz="1000">
                <a:latin typeface="Sora Light"/>
                <a:ea typeface="Sora Light"/>
                <a:cs typeface="Sora Light"/>
                <a:sym typeface="Sora Light"/>
              </a:defRPr>
            </a:lvl6pPr>
            <a:lvl7pPr marL="3200400" lvl="6" indent="-292100">
              <a:spcBef>
                <a:spcPts val="800"/>
              </a:spcBef>
              <a:spcAft>
                <a:spcPts val="0"/>
              </a:spcAft>
              <a:buSzPts val="1000"/>
              <a:buFont typeface="Sora Light"/>
              <a:buChar char="●"/>
              <a:defRPr sz="1000">
                <a:latin typeface="Sora Light"/>
                <a:ea typeface="Sora Light"/>
                <a:cs typeface="Sora Light"/>
                <a:sym typeface="Sora Light"/>
              </a:defRPr>
            </a:lvl7pPr>
            <a:lvl8pPr marL="3657600" lvl="7" indent="-292100">
              <a:spcBef>
                <a:spcPts val="800"/>
              </a:spcBef>
              <a:spcAft>
                <a:spcPts val="0"/>
              </a:spcAft>
              <a:buSzPts val="1000"/>
              <a:buFont typeface="Sora Light"/>
              <a:buChar char="○"/>
              <a:defRPr sz="1000">
                <a:latin typeface="Sora Light"/>
                <a:ea typeface="Sora Light"/>
                <a:cs typeface="Sora Light"/>
                <a:sym typeface="Sora Light"/>
              </a:defRPr>
            </a:lvl8pPr>
            <a:lvl9pPr marL="4114800" lvl="8" indent="-292100">
              <a:spcBef>
                <a:spcPts val="800"/>
              </a:spcBef>
              <a:spcAft>
                <a:spcPts val="800"/>
              </a:spcAft>
              <a:buSzPts val="1000"/>
              <a:buFont typeface="Sora Light"/>
              <a:buChar char="■"/>
              <a:defRPr sz="1000">
                <a:latin typeface="Sora Light"/>
                <a:ea typeface="Sora Light"/>
                <a:cs typeface="Sora Light"/>
                <a:sym typeface="Sora Light"/>
              </a:defRPr>
            </a:lvl9pPr>
          </a:lstStyle>
          <a:p>
            <a:endParaRPr/>
          </a:p>
        </p:txBody>
      </p:sp>
      <p:sp>
        <p:nvSpPr>
          <p:cNvPr id="634" name="Google Shape;634;p37"/>
          <p:cNvSpPr txBox="1">
            <a:spLocks noGrp="1"/>
          </p:cNvSpPr>
          <p:nvPr>
            <p:ph type="body" idx="3"/>
          </p:nvPr>
        </p:nvSpPr>
        <p:spPr>
          <a:xfrm>
            <a:off x="2276600" y="1743625"/>
            <a:ext cx="2904900" cy="2864700"/>
          </a:xfrm>
          <a:prstGeom prst="rect">
            <a:avLst/>
          </a:prstGeom>
        </p:spPr>
        <p:txBody>
          <a:bodyPr spcFirstLastPara="1" wrap="square" lIns="91425" tIns="91425" rIns="91425" bIns="91425" anchor="t" anchorCtr="0">
            <a:noAutofit/>
          </a:bodyPr>
          <a:lstStyle>
            <a:lvl1pPr marL="457200" lvl="0" indent="-292100">
              <a:lnSpc>
                <a:spcPct val="115000"/>
              </a:lnSpc>
              <a:spcBef>
                <a:spcPts val="0"/>
              </a:spcBef>
              <a:spcAft>
                <a:spcPts val="0"/>
              </a:spcAft>
              <a:buClr>
                <a:schemeClr val="lt1"/>
              </a:buClr>
              <a:buSzPts val="1000"/>
              <a:buFont typeface="Sora Light"/>
              <a:buChar char="●"/>
              <a:defRPr sz="1000">
                <a:latin typeface="Sora Light"/>
                <a:ea typeface="Sora Light"/>
                <a:cs typeface="Sora Light"/>
                <a:sym typeface="Sora Light"/>
              </a:defRPr>
            </a:lvl1pPr>
            <a:lvl2pPr marL="914400" lvl="1"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2pPr>
            <a:lvl3pPr marL="1371600" lvl="2"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3pPr>
            <a:lvl4pPr marL="1828800" lvl="3"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4pPr>
            <a:lvl5pPr marL="2286000" lvl="4"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5pPr>
            <a:lvl6pPr marL="2743200" lvl="5"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6pPr>
            <a:lvl7pPr marL="3200400" lvl="6"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7pPr>
            <a:lvl8pPr marL="3657600" lvl="7" indent="-292100">
              <a:lnSpc>
                <a:spcPct val="115000"/>
              </a:lnSpc>
              <a:spcBef>
                <a:spcPts val="800"/>
              </a:spcBef>
              <a:spcAft>
                <a:spcPts val="0"/>
              </a:spcAft>
              <a:buClr>
                <a:schemeClr val="lt1"/>
              </a:buClr>
              <a:buSzPts val="1000"/>
              <a:buFont typeface="Sora Light"/>
              <a:buChar char="○"/>
              <a:defRPr sz="1000">
                <a:latin typeface="Sora Light"/>
                <a:ea typeface="Sora Light"/>
                <a:cs typeface="Sora Light"/>
                <a:sym typeface="Sora Light"/>
              </a:defRPr>
            </a:lvl8pPr>
            <a:lvl9pPr marL="4114800" lvl="8" indent="-292100">
              <a:lnSpc>
                <a:spcPct val="115000"/>
              </a:lnSpc>
              <a:spcBef>
                <a:spcPts val="800"/>
              </a:spcBef>
              <a:spcAft>
                <a:spcPts val="800"/>
              </a:spcAft>
              <a:buClr>
                <a:schemeClr val="lt1"/>
              </a:buClr>
              <a:buSzPts val="1000"/>
              <a:buFont typeface="Sora Light"/>
              <a:buChar char="■"/>
              <a:defRPr sz="1000">
                <a:latin typeface="Sora Light"/>
                <a:ea typeface="Sora Light"/>
                <a:cs typeface="Sora Light"/>
                <a:sym typeface="Sora Light"/>
              </a:defRPr>
            </a:lvl9pPr>
          </a:lstStyle>
          <a:p>
            <a:endParaRPr/>
          </a:p>
        </p:txBody>
      </p:sp>
      <p:sp>
        <p:nvSpPr>
          <p:cNvPr id="635" name="Google Shape;635;p37"/>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2pPr>
            <a:lvl3pPr lvl="2">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3pPr>
            <a:lvl4pPr lvl="3">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4pPr>
            <a:lvl5pPr lvl="4">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5pPr>
            <a:lvl6pPr lvl="5">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6pPr>
            <a:lvl7pPr lvl="6">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7pPr>
            <a:lvl8pPr lvl="7">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8pPr>
            <a:lvl9pPr lvl="8">
              <a:spcBef>
                <a:spcPts val="0"/>
              </a:spcBef>
              <a:spcAft>
                <a:spcPts val="0"/>
              </a:spcAft>
              <a:buClr>
                <a:schemeClr val="accent5"/>
              </a:buClr>
              <a:buSzPts val="900"/>
              <a:buFont typeface="Sora"/>
              <a:buNone/>
              <a:defRPr sz="900">
                <a:solidFill>
                  <a:schemeClr val="accent5"/>
                </a:solidFill>
                <a:latin typeface="Sora"/>
                <a:ea typeface="Sora"/>
                <a:cs typeface="Sora"/>
                <a:sym typeface="Sora"/>
              </a:defRPr>
            </a:lvl9pPr>
          </a:lstStyle>
          <a:p>
            <a:endParaRPr/>
          </a:p>
        </p:txBody>
      </p:sp>
      <p:sp>
        <p:nvSpPr>
          <p:cNvPr id="636" name="Google Shape;636;p37"/>
          <p:cNvSpPr txBox="1">
            <a:spLocks noGrp="1"/>
          </p:cNvSpPr>
          <p:nvPr>
            <p:ph type="title" idx="4"/>
          </p:nvPr>
        </p:nvSpPr>
        <p:spPr>
          <a:xfrm>
            <a:off x="115025" y="502775"/>
            <a:ext cx="5125500" cy="12006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lvl1pPr>
            <a:lvl2pPr lvl="1">
              <a:lnSpc>
                <a:spcPct val="115000"/>
              </a:lnSpc>
              <a:spcBef>
                <a:spcPts val="0"/>
              </a:spcBef>
              <a:spcAft>
                <a:spcPts val="0"/>
              </a:spcAft>
              <a:buNone/>
              <a:defRPr sz="3600"/>
            </a:lvl2pPr>
            <a:lvl3pPr lvl="2">
              <a:lnSpc>
                <a:spcPct val="115000"/>
              </a:lnSpc>
              <a:spcBef>
                <a:spcPts val="0"/>
              </a:spcBef>
              <a:spcAft>
                <a:spcPts val="0"/>
              </a:spcAft>
              <a:buNone/>
              <a:defRPr sz="3600"/>
            </a:lvl3pPr>
            <a:lvl4pPr lvl="3">
              <a:lnSpc>
                <a:spcPct val="115000"/>
              </a:lnSpc>
              <a:spcBef>
                <a:spcPts val="0"/>
              </a:spcBef>
              <a:spcAft>
                <a:spcPts val="0"/>
              </a:spcAft>
              <a:buNone/>
              <a:defRPr sz="3600"/>
            </a:lvl4pPr>
            <a:lvl5pPr lvl="4">
              <a:lnSpc>
                <a:spcPct val="115000"/>
              </a:lnSpc>
              <a:spcBef>
                <a:spcPts val="0"/>
              </a:spcBef>
              <a:spcAft>
                <a:spcPts val="0"/>
              </a:spcAft>
              <a:buNone/>
              <a:defRPr sz="3600"/>
            </a:lvl5pPr>
            <a:lvl6pPr lvl="5">
              <a:lnSpc>
                <a:spcPct val="115000"/>
              </a:lnSpc>
              <a:spcBef>
                <a:spcPts val="0"/>
              </a:spcBef>
              <a:spcAft>
                <a:spcPts val="0"/>
              </a:spcAft>
              <a:buNone/>
              <a:defRPr sz="3600"/>
            </a:lvl6pPr>
            <a:lvl7pPr lvl="6">
              <a:lnSpc>
                <a:spcPct val="115000"/>
              </a:lnSpc>
              <a:spcBef>
                <a:spcPts val="0"/>
              </a:spcBef>
              <a:spcAft>
                <a:spcPts val="0"/>
              </a:spcAft>
              <a:buNone/>
              <a:defRPr sz="3600"/>
            </a:lvl7pPr>
            <a:lvl8pPr lvl="7">
              <a:lnSpc>
                <a:spcPct val="115000"/>
              </a:lnSpc>
              <a:spcBef>
                <a:spcPts val="0"/>
              </a:spcBef>
              <a:spcAft>
                <a:spcPts val="0"/>
              </a:spcAft>
              <a:buNone/>
              <a:defRPr sz="3600"/>
            </a:lvl8pPr>
            <a:lvl9pPr lvl="8">
              <a:lnSpc>
                <a:spcPct val="115000"/>
              </a:lnSpc>
              <a:spcBef>
                <a:spcPts val="0"/>
              </a:spcBef>
              <a:spcAft>
                <a:spcPts val="0"/>
              </a:spcAft>
              <a:buNone/>
              <a:defRPr sz="3600"/>
            </a:lvl9pPr>
          </a:lstStyle>
          <a:p>
            <a:endParaRPr/>
          </a:p>
        </p:txBody>
      </p:sp>
      <p:sp>
        <p:nvSpPr>
          <p:cNvPr id="637" name="Google Shape;637;p37"/>
          <p:cNvSpPr txBox="1">
            <a:spLocks noGrp="1"/>
          </p:cNvSpPr>
          <p:nvPr>
            <p:ph type="title" idx="5"/>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accent5"/>
                </a:solidFill>
                <a:latin typeface="Sora"/>
                <a:ea typeface="Sora"/>
                <a:cs typeface="Sora"/>
                <a:sym typeface="Sora"/>
              </a:defRPr>
            </a:lvl1pPr>
            <a:lvl2pPr lvl="1">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2pPr>
            <a:lvl3pPr lvl="2">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3pPr>
            <a:lvl4pPr lvl="3">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4pPr>
            <a:lvl5pPr lvl="4">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5pPr>
            <a:lvl6pPr lvl="5">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6pPr>
            <a:lvl7pPr lvl="6">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7pPr>
            <a:lvl8pPr lvl="7">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8pPr>
            <a:lvl9pPr lvl="8">
              <a:spcBef>
                <a:spcPts val="0"/>
              </a:spcBef>
              <a:spcAft>
                <a:spcPts val="0"/>
              </a:spcAft>
              <a:buClr>
                <a:schemeClr val="accent5"/>
              </a:buClr>
              <a:buSzPts val="900"/>
              <a:buFont typeface="Sora"/>
              <a:buNone/>
              <a:defRPr sz="900">
                <a:solidFill>
                  <a:schemeClr val="accent5"/>
                </a:solidFill>
                <a:latin typeface="Sora SemiBold"/>
                <a:ea typeface="Sora SemiBold"/>
                <a:cs typeface="Sora SemiBold"/>
                <a:sym typeface="Sora SemiBold"/>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hree big ideas Alt 2">
  <p:cSld name="BLANK_1_1_1_1_1_1_1_1_1_1_1_1_1_1">
    <p:bg>
      <p:bgPr>
        <a:solidFill>
          <a:schemeClr val="lt1"/>
        </a:solidFill>
        <a:effectLst/>
      </p:bgPr>
    </p:bg>
    <p:spTree>
      <p:nvGrpSpPr>
        <p:cNvPr id="1" name="Shape 638"/>
        <p:cNvGrpSpPr/>
        <p:nvPr/>
      </p:nvGrpSpPr>
      <p:grpSpPr>
        <a:xfrm>
          <a:off x="0" y="0"/>
          <a:ext cx="0" cy="0"/>
          <a:chOff x="0" y="0"/>
          <a:chExt cx="0" cy="0"/>
        </a:xfrm>
      </p:grpSpPr>
      <p:grpSp>
        <p:nvGrpSpPr>
          <p:cNvPr id="639" name="Google Shape;639;p38"/>
          <p:cNvGrpSpPr/>
          <p:nvPr/>
        </p:nvGrpSpPr>
        <p:grpSpPr>
          <a:xfrm>
            <a:off x="7704171" y="1036593"/>
            <a:ext cx="1439893" cy="3234395"/>
            <a:chOff x="461225" y="3249175"/>
            <a:chExt cx="1110600" cy="2221578"/>
          </a:xfrm>
        </p:grpSpPr>
        <p:grpSp>
          <p:nvGrpSpPr>
            <p:cNvPr id="640" name="Google Shape;640;p38"/>
            <p:cNvGrpSpPr/>
            <p:nvPr/>
          </p:nvGrpSpPr>
          <p:grpSpPr>
            <a:xfrm>
              <a:off x="831422" y="3249175"/>
              <a:ext cx="740403" cy="2221578"/>
              <a:chOff x="831422" y="3249175"/>
              <a:chExt cx="740403" cy="2221578"/>
            </a:xfrm>
          </p:grpSpPr>
          <p:sp>
            <p:nvSpPr>
              <p:cNvPr id="641" name="Google Shape;641;p38"/>
              <p:cNvSpPr/>
              <p:nvPr/>
            </p:nvSpPr>
            <p:spPr>
              <a:xfrm>
                <a:off x="831422"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42" name="Google Shape;642;p38"/>
              <p:cNvSpPr/>
              <p:nvPr/>
            </p:nvSpPr>
            <p:spPr>
              <a:xfrm>
                <a:off x="1201622" y="5100553"/>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43" name="Google Shape;643;p38"/>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grpSp>
        <p:grpSp>
          <p:nvGrpSpPr>
            <p:cNvPr id="644" name="Google Shape;644;p38"/>
            <p:cNvGrpSpPr/>
            <p:nvPr/>
          </p:nvGrpSpPr>
          <p:grpSpPr>
            <a:xfrm>
              <a:off x="461225" y="3619500"/>
              <a:ext cx="1110600" cy="370200"/>
              <a:chOff x="461225" y="3249175"/>
              <a:chExt cx="1110600" cy="370200"/>
            </a:xfrm>
          </p:grpSpPr>
          <p:sp>
            <p:nvSpPr>
              <p:cNvPr id="645" name="Google Shape;645;p38"/>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46" name="Google Shape;646;p38"/>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47" name="Google Shape;647;p38"/>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grpSp>
        <p:grpSp>
          <p:nvGrpSpPr>
            <p:cNvPr id="648" name="Google Shape;648;p38"/>
            <p:cNvGrpSpPr/>
            <p:nvPr/>
          </p:nvGrpSpPr>
          <p:grpSpPr>
            <a:xfrm>
              <a:off x="461225" y="3989700"/>
              <a:ext cx="1110600" cy="1110726"/>
              <a:chOff x="461225" y="3249175"/>
              <a:chExt cx="1110600" cy="1110726"/>
            </a:xfrm>
          </p:grpSpPr>
          <p:sp>
            <p:nvSpPr>
              <p:cNvPr id="649" name="Google Shape;649;p38"/>
              <p:cNvSpPr/>
              <p:nvPr/>
            </p:nvSpPr>
            <p:spPr>
              <a:xfrm>
                <a:off x="461225" y="3989701"/>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50" name="Google Shape;650;p38"/>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51" name="Google Shape;651;p38"/>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grpSp>
        <p:grpSp>
          <p:nvGrpSpPr>
            <p:cNvPr id="652" name="Google Shape;652;p38"/>
            <p:cNvGrpSpPr/>
            <p:nvPr/>
          </p:nvGrpSpPr>
          <p:grpSpPr>
            <a:xfrm>
              <a:off x="831422" y="4360025"/>
              <a:ext cx="370203" cy="740520"/>
              <a:chOff x="831422" y="3249175"/>
              <a:chExt cx="370203" cy="740520"/>
            </a:xfrm>
          </p:grpSpPr>
          <p:sp>
            <p:nvSpPr>
              <p:cNvPr id="653" name="Google Shape;653;p38"/>
              <p:cNvSpPr/>
              <p:nvPr/>
            </p:nvSpPr>
            <p:spPr>
              <a:xfrm>
                <a:off x="831422" y="361949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sp>
            <p:nvSpPr>
              <p:cNvPr id="654" name="Google Shape;654;p38"/>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ExtraLight"/>
                  <a:ea typeface="Sora ExtraLight"/>
                  <a:cs typeface="Sora ExtraLight"/>
                  <a:sym typeface="Sora ExtraLight"/>
                </a:endParaRPr>
              </a:p>
            </p:txBody>
          </p:sp>
        </p:grpSp>
      </p:grpSp>
      <p:sp>
        <p:nvSpPr>
          <p:cNvPr id="655" name="Google Shape;655;p38"/>
          <p:cNvSpPr/>
          <p:nvPr/>
        </p:nvSpPr>
        <p:spPr>
          <a:xfrm>
            <a:off x="7394250" y="-8100"/>
            <a:ext cx="1759750" cy="2691775"/>
          </a:xfrm>
          <a:custGeom>
            <a:avLst/>
            <a:gdLst/>
            <a:ahLst/>
            <a:cxnLst/>
            <a:rect l="l" t="t" r="r" b="b"/>
            <a:pathLst>
              <a:path w="70390" h="107671" extrusionOk="0">
                <a:moveTo>
                  <a:pt x="0" y="95"/>
                </a:moveTo>
                <a:lnTo>
                  <a:pt x="70390" y="0"/>
                </a:lnTo>
                <a:lnTo>
                  <a:pt x="70200" y="107671"/>
                </a:lnTo>
                <a:close/>
              </a:path>
            </a:pathLst>
          </a:custGeom>
          <a:gradFill>
            <a:gsLst>
              <a:gs pos="0">
                <a:schemeClr val="accent2"/>
              </a:gs>
              <a:gs pos="37000">
                <a:schemeClr val="lt2"/>
              </a:gs>
              <a:gs pos="92000">
                <a:schemeClr val="accent1"/>
              </a:gs>
              <a:gs pos="100000">
                <a:schemeClr val="accent1"/>
              </a:gs>
            </a:gsLst>
            <a:lin ang="13500032" scaled="0"/>
          </a:gradFill>
          <a:ln>
            <a:noFill/>
          </a:ln>
        </p:spPr>
      </p:sp>
      <p:sp>
        <p:nvSpPr>
          <p:cNvPr id="656" name="Google Shape;656;p38"/>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657" name="Google Shape;657;p38"/>
          <p:cNvSpPr txBox="1">
            <a:spLocks noGrp="1"/>
          </p:cNvSpPr>
          <p:nvPr>
            <p:ph type="title" idx="2"/>
          </p:nvPr>
        </p:nvSpPr>
        <p:spPr>
          <a:xfrm>
            <a:off x="115025" y="502775"/>
            <a:ext cx="6055500" cy="840900"/>
          </a:xfrm>
          <a:prstGeom prst="rect">
            <a:avLst/>
          </a:prstGeom>
        </p:spPr>
        <p:txBody>
          <a:bodyPr spcFirstLastPara="1" wrap="square" lIns="91425" tIns="91425" rIns="91425" bIns="91425" anchor="t" anchorCtr="0">
            <a:spAutoFit/>
          </a:bodyPr>
          <a:lstStyle>
            <a:lvl1pPr lvl="0">
              <a:lnSpc>
                <a:spcPct val="90000"/>
              </a:lnSpc>
              <a:spcBef>
                <a:spcPts val="0"/>
              </a:spcBef>
              <a:spcAft>
                <a:spcPts val="0"/>
              </a:spcAft>
              <a:buNone/>
              <a:defRPr sz="3600">
                <a:solidFill>
                  <a:schemeClr val="dk2"/>
                </a:solidFill>
              </a:defRPr>
            </a:lvl1pPr>
            <a:lvl2pPr lvl="1">
              <a:lnSpc>
                <a:spcPct val="115000"/>
              </a:lnSpc>
              <a:spcBef>
                <a:spcPts val="0"/>
              </a:spcBef>
              <a:spcAft>
                <a:spcPts val="0"/>
              </a:spcAft>
              <a:buNone/>
              <a:defRPr sz="3600">
                <a:solidFill>
                  <a:schemeClr val="dk2"/>
                </a:solidFill>
              </a:defRPr>
            </a:lvl2pPr>
            <a:lvl3pPr lvl="2">
              <a:lnSpc>
                <a:spcPct val="115000"/>
              </a:lnSpc>
              <a:spcBef>
                <a:spcPts val="0"/>
              </a:spcBef>
              <a:spcAft>
                <a:spcPts val="0"/>
              </a:spcAft>
              <a:buNone/>
              <a:defRPr sz="3600">
                <a:solidFill>
                  <a:schemeClr val="dk2"/>
                </a:solidFill>
              </a:defRPr>
            </a:lvl3pPr>
            <a:lvl4pPr lvl="3">
              <a:lnSpc>
                <a:spcPct val="115000"/>
              </a:lnSpc>
              <a:spcBef>
                <a:spcPts val="0"/>
              </a:spcBef>
              <a:spcAft>
                <a:spcPts val="0"/>
              </a:spcAft>
              <a:buNone/>
              <a:defRPr sz="3600">
                <a:solidFill>
                  <a:schemeClr val="dk2"/>
                </a:solidFill>
              </a:defRPr>
            </a:lvl4pPr>
            <a:lvl5pPr lvl="4">
              <a:lnSpc>
                <a:spcPct val="115000"/>
              </a:lnSpc>
              <a:spcBef>
                <a:spcPts val="0"/>
              </a:spcBef>
              <a:spcAft>
                <a:spcPts val="0"/>
              </a:spcAft>
              <a:buNone/>
              <a:defRPr sz="3600">
                <a:solidFill>
                  <a:schemeClr val="dk2"/>
                </a:solidFill>
              </a:defRPr>
            </a:lvl5pPr>
            <a:lvl6pPr lvl="5">
              <a:lnSpc>
                <a:spcPct val="115000"/>
              </a:lnSpc>
              <a:spcBef>
                <a:spcPts val="0"/>
              </a:spcBef>
              <a:spcAft>
                <a:spcPts val="0"/>
              </a:spcAft>
              <a:buNone/>
              <a:defRPr sz="3600">
                <a:solidFill>
                  <a:schemeClr val="dk2"/>
                </a:solidFill>
              </a:defRPr>
            </a:lvl6pPr>
            <a:lvl7pPr lvl="6">
              <a:lnSpc>
                <a:spcPct val="115000"/>
              </a:lnSpc>
              <a:spcBef>
                <a:spcPts val="0"/>
              </a:spcBef>
              <a:spcAft>
                <a:spcPts val="0"/>
              </a:spcAft>
              <a:buNone/>
              <a:defRPr sz="3600">
                <a:solidFill>
                  <a:schemeClr val="dk2"/>
                </a:solidFill>
              </a:defRPr>
            </a:lvl7pPr>
            <a:lvl8pPr lvl="7">
              <a:lnSpc>
                <a:spcPct val="115000"/>
              </a:lnSpc>
              <a:spcBef>
                <a:spcPts val="0"/>
              </a:spcBef>
              <a:spcAft>
                <a:spcPts val="0"/>
              </a:spcAft>
              <a:buNone/>
              <a:defRPr sz="3600">
                <a:solidFill>
                  <a:schemeClr val="dk2"/>
                </a:solidFill>
              </a:defRPr>
            </a:lvl8pPr>
            <a:lvl9pPr lvl="8">
              <a:lnSpc>
                <a:spcPct val="115000"/>
              </a:lnSpc>
              <a:spcBef>
                <a:spcPts val="0"/>
              </a:spcBef>
              <a:spcAft>
                <a:spcPts val="0"/>
              </a:spcAft>
              <a:buNone/>
              <a:defRPr sz="3600">
                <a:solidFill>
                  <a:schemeClr val="dk2"/>
                </a:solidFill>
              </a:defRPr>
            </a:lvl9pPr>
          </a:lstStyle>
          <a:p>
            <a:endParaRPr/>
          </a:p>
        </p:txBody>
      </p:sp>
      <p:sp>
        <p:nvSpPr>
          <p:cNvPr id="658" name="Google Shape;658;p38"/>
          <p:cNvSpPr txBox="1">
            <a:spLocks noGrp="1"/>
          </p:cNvSpPr>
          <p:nvPr>
            <p:ph type="title" idx="3"/>
          </p:nvPr>
        </p:nvSpPr>
        <p:spPr>
          <a:xfrm>
            <a:off x="115025" y="1904100"/>
            <a:ext cx="1834500" cy="520200"/>
          </a:xfrm>
          <a:prstGeom prst="rect">
            <a:avLst/>
          </a:prstGeom>
        </p:spPr>
        <p:txBody>
          <a:bodyPr spcFirstLastPara="1" wrap="square" lIns="91425" tIns="0" rIns="91425" bIns="91425" anchor="t" anchorCtr="0">
            <a:noAutofit/>
          </a:bodyPr>
          <a:lstStyle>
            <a:lvl1pPr lvl="0">
              <a:spcBef>
                <a:spcPts val="0"/>
              </a:spcBef>
              <a:spcAft>
                <a:spcPts val="0"/>
              </a:spcAft>
              <a:buNone/>
              <a:defRPr sz="1200">
                <a:solidFill>
                  <a:schemeClr val="accent3"/>
                </a:solidFill>
                <a:latin typeface="IBM Plex Sans Medium"/>
                <a:ea typeface="IBM Plex Sans Medium"/>
                <a:cs typeface="IBM Plex Sans Medium"/>
                <a:sym typeface="IBM Plex Sans Medium"/>
              </a:defRPr>
            </a:lvl1pPr>
            <a:lvl2pPr lvl="1">
              <a:spcBef>
                <a:spcPts val="0"/>
              </a:spcBef>
              <a:spcAft>
                <a:spcPts val="0"/>
              </a:spcAft>
              <a:buClr>
                <a:schemeClr val="accent2"/>
              </a:buClr>
              <a:buSzPts val="3000"/>
              <a:buNone/>
              <a:defRPr>
                <a:solidFill>
                  <a:schemeClr val="accent2"/>
                </a:solidFill>
              </a:defRPr>
            </a:lvl2pPr>
            <a:lvl3pPr lvl="2">
              <a:spcBef>
                <a:spcPts val="0"/>
              </a:spcBef>
              <a:spcAft>
                <a:spcPts val="0"/>
              </a:spcAft>
              <a:buClr>
                <a:schemeClr val="accent2"/>
              </a:buClr>
              <a:buSzPts val="3000"/>
              <a:buNone/>
              <a:defRPr>
                <a:solidFill>
                  <a:schemeClr val="accent2"/>
                </a:solidFill>
              </a:defRPr>
            </a:lvl3pPr>
            <a:lvl4pPr lvl="3">
              <a:spcBef>
                <a:spcPts val="0"/>
              </a:spcBef>
              <a:spcAft>
                <a:spcPts val="0"/>
              </a:spcAft>
              <a:buClr>
                <a:schemeClr val="accent2"/>
              </a:buClr>
              <a:buSzPts val="3000"/>
              <a:buNone/>
              <a:defRPr>
                <a:solidFill>
                  <a:schemeClr val="accent2"/>
                </a:solidFill>
              </a:defRPr>
            </a:lvl4pPr>
            <a:lvl5pPr lvl="4">
              <a:spcBef>
                <a:spcPts val="0"/>
              </a:spcBef>
              <a:spcAft>
                <a:spcPts val="0"/>
              </a:spcAft>
              <a:buClr>
                <a:schemeClr val="accent2"/>
              </a:buClr>
              <a:buSzPts val="3000"/>
              <a:buNone/>
              <a:defRPr>
                <a:solidFill>
                  <a:schemeClr val="accent2"/>
                </a:solidFill>
              </a:defRPr>
            </a:lvl5pPr>
            <a:lvl6pPr lvl="5">
              <a:spcBef>
                <a:spcPts val="0"/>
              </a:spcBef>
              <a:spcAft>
                <a:spcPts val="0"/>
              </a:spcAft>
              <a:buClr>
                <a:schemeClr val="accent2"/>
              </a:buClr>
              <a:buSzPts val="3000"/>
              <a:buNone/>
              <a:defRPr>
                <a:solidFill>
                  <a:schemeClr val="accent2"/>
                </a:solidFill>
              </a:defRPr>
            </a:lvl6pPr>
            <a:lvl7pPr lvl="6">
              <a:spcBef>
                <a:spcPts val="0"/>
              </a:spcBef>
              <a:spcAft>
                <a:spcPts val="0"/>
              </a:spcAft>
              <a:buClr>
                <a:schemeClr val="accent2"/>
              </a:buClr>
              <a:buSzPts val="3000"/>
              <a:buNone/>
              <a:defRPr>
                <a:solidFill>
                  <a:schemeClr val="accent2"/>
                </a:solidFill>
              </a:defRPr>
            </a:lvl7pPr>
            <a:lvl8pPr lvl="7">
              <a:spcBef>
                <a:spcPts val="0"/>
              </a:spcBef>
              <a:spcAft>
                <a:spcPts val="0"/>
              </a:spcAft>
              <a:buClr>
                <a:schemeClr val="accent2"/>
              </a:buClr>
              <a:buSzPts val="3000"/>
              <a:buNone/>
              <a:defRPr>
                <a:solidFill>
                  <a:schemeClr val="accent2"/>
                </a:solidFill>
              </a:defRPr>
            </a:lvl8pPr>
            <a:lvl9pPr lvl="8">
              <a:spcBef>
                <a:spcPts val="0"/>
              </a:spcBef>
              <a:spcAft>
                <a:spcPts val="0"/>
              </a:spcAft>
              <a:buClr>
                <a:schemeClr val="accent2"/>
              </a:buClr>
              <a:buSzPts val="3000"/>
              <a:buNone/>
              <a:defRPr>
                <a:solidFill>
                  <a:schemeClr val="accent2"/>
                </a:solidFill>
              </a:defRPr>
            </a:lvl9pPr>
          </a:lstStyle>
          <a:p>
            <a:endParaRPr/>
          </a:p>
        </p:txBody>
      </p:sp>
      <p:sp>
        <p:nvSpPr>
          <p:cNvPr id="659" name="Google Shape;659;p38"/>
          <p:cNvSpPr txBox="1">
            <a:spLocks noGrp="1"/>
          </p:cNvSpPr>
          <p:nvPr>
            <p:ph type="title" idx="4"/>
          </p:nvPr>
        </p:nvSpPr>
        <p:spPr>
          <a:xfrm>
            <a:off x="2634200" y="1904100"/>
            <a:ext cx="1834500" cy="520200"/>
          </a:xfrm>
          <a:prstGeom prst="rect">
            <a:avLst/>
          </a:prstGeom>
        </p:spPr>
        <p:txBody>
          <a:bodyPr spcFirstLastPara="1" wrap="square" lIns="91425" tIns="0" rIns="91425" bIns="91425" anchor="t" anchorCtr="0">
            <a:noAutofit/>
          </a:bodyPr>
          <a:lstStyle>
            <a:lvl1pPr lvl="0">
              <a:spcBef>
                <a:spcPts val="0"/>
              </a:spcBef>
              <a:spcAft>
                <a:spcPts val="0"/>
              </a:spcAft>
              <a:buNone/>
              <a:defRPr sz="1200">
                <a:solidFill>
                  <a:schemeClr val="lt2"/>
                </a:solidFill>
                <a:latin typeface="IBM Plex Sans Medium"/>
                <a:ea typeface="IBM Plex Sans Medium"/>
                <a:cs typeface="IBM Plex Sans Medium"/>
                <a:sym typeface="IBM Plex Sans Medium"/>
              </a:defRPr>
            </a:lvl1pPr>
            <a:lvl2pPr lvl="1">
              <a:spcBef>
                <a:spcPts val="0"/>
              </a:spcBef>
              <a:spcAft>
                <a:spcPts val="0"/>
              </a:spcAft>
              <a:buClr>
                <a:schemeClr val="lt2"/>
              </a:buClr>
              <a:buSzPts val="3000"/>
              <a:buNone/>
              <a:defRPr>
                <a:solidFill>
                  <a:schemeClr val="lt2"/>
                </a:solidFill>
              </a:defRPr>
            </a:lvl2pPr>
            <a:lvl3pPr lvl="2">
              <a:spcBef>
                <a:spcPts val="0"/>
              </a:spcBef>
              <a:spcAft>
                <a:spcPts val="0"/>
              </a:spcAft>
              <a:buClr>
                <a:schemeClr val="lt2"/>
              </a:buClr>
              <a:buSzPts val="3000"/>
              <a:buNone/>
              <a:defRPr>
                <a:solidFill>
                  <a:schemeClr val="lt2"/>
                </a:solidFill>
              </a:defRPr>
            </a:lvl3pPr>
            <a:lvl4pPr lvl="3">
              <a:spcBef>
                <a:spcPts val="0"/>
              </a:spcBef>
              <a:spcAft>
                <a:spcPts val="0"/>
              </a:spcAft>
              <a:buClr>
                <a:schemeClr val="lt2"/>
              </a:buClr>
              <a:buSzPts val="3000"/>
              <a:buNone/>
              <a:defRPr>
                <a:solidFill>
                  <a:schemeClr val="lt2"/>
                </a:solidFill>
              </a:defRPr>
            </a:lvl4pPr>
            <a:lvl5pPr lvl="4">
              <a:spcBef>
                <a:spcPts val="0"/>
              </a:spcBef>
              <a:spcAft>
                <a:spcPts val="0"/>
              </a:spcAft>
              <a:buClr>
                <a:schemeClr val="lt2"/>
              </a:buClr>
              <a:buSzPts val="3000"/>
              <a:buNone/>
              <a:defRPr>
                <a:solidFill>
                  <a:schemeClr val="lt2"/>
                </a:solidFill>
              </a:defRPr>
            </a:lvl5pPr>
            <a:lvl6pPr lvl="5">
              <a:spcBef>
                <a:spcPts val="0"/>
              </a:spcBef>
              <a:spcAft>
                <a:spcPts val="0"/>
              </a:spcAft>
              <a:buClr>
                <a:schemeClr val="lt2"/>
              </a:buClr>
              <a:buSzPts val="3000"/>
              <a:buNone/>
              <a:defRPr>
                <a:solidFill>
                  <a:schemeClr val="lt2"/>
                </a:solidFill>
              </a:defRPr>
            </a:lvl6pPr>
            <a:lvl7pPr lvl="6">
              <a:spcBef>
                <a:spcPts val="0"/>
              </a:spcBef>
              <a:spcAft>
                <a:spcPts val="0"/>
              </a:spcAft>
              <a:buClr>
                <a:schemeClr val="lt2"/>
              </a:buClr>
              <a:buSzPts val="3000"/>
              <a:buNone/>
              <a:defRPr>
                <a:solidFill>
                  <a:schemeClr val="lt2"/>
                </a:solidFill>
              </a:defRPr>
            </a:lvl7pPr>
            <a:lvl8pPr lvl="7">
              <a:spcBef>
                <a:spcPts val="0"/>
              </a:spcBef>
              <a:spcAft>
                <a:spcPts val="0"/>
              </a:spcAft>
              <a:buClr>
                <a:schemeClr val="lt2"/>
              </a:buClr>
              <a:buSzPts val="3000"/>
              <a:buNone/>
              <a:defRPr>
                <a:solidFill>
                  <a:schemeClr val="lt2"/>
                </a:solidFill>
              </a:defRPr>
            </a:lvl8pPr>
            <a:lvl9pPr lvl="8">
              <a:spcBef>
                <a:spcPts val="0"/>
              </a:spcBef>
              <a:spcAft>
                <a:spcPts val="0"/>
              </a:spcAft>
              <a:buClr>
                <a:schemeClr val="lt2"/>
              </a:buClr>
              <a:buSzPts val="3000"/>
              <a:buNone/>
              <a:defRPr>
                <a:solidFill>
                  <a:schemeClr val="lt2"/>
                </a:solidFill>
              </a:defRPr>
            </a:lvl9pPr>
          </a:lstStyle>
          <a:p>
            <a:endParaRPr/>
          </a:p>
        </p:txBody>
      </p:sp>
      <p:sp>
        <p:nvSpPr>
          <p:cNvPr id="660" name="Google Shape;660;p38"/>
          <p:cNvSpPr txBox="1">
            <a:spLocks noGrp="1"/>
          </p:cNvSpPr>
          <p:nvPr>
            <p:ph type="title" idx="5"/>
          </p:nvPr>
        </p:nvSpPr>
        <p:spPr>
          <a:xfrm>
            <a:off x="5169188" y="1904100"/>
            <a:ext cx="1834500" cy="520200"/>
          </a:xfrm>
          <a:prstGeom prst="rect">
            <a:avLst/>
          </a:prstGeom>
        </p:spPr>
        <p:txBody>
          <a:bodyPr spcFirstLastPara="1" wrap="square" lIns="91425" tIns="0" rIns="91425" bIns="91425" anchor="t" anchorCtr="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a:endParaRPr/>
          </a:p>
        </p:txBody>
      </p:sp>
      <p:sp>
        <p:nvSpPr>
          <p:cNvPr id="661" name="Google Shape;661;p38"/>
          <p:cNvSpPr txBox="1">
            <a:spLocks noGrp="1"/>
          </p:cNvSpPr>
          <p:nvPr>
            <p:ph type="body" idx="1"/>
          </p:nvPr>
        </p:nvSpPr>
        <p:spPr>
          <a:xfrm>
            <a:off x="115025" y="2487473"/>
            <a:ext cx="1834500" cy="8898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662" name="Google Shape;662;p38"/>
          <p:cNvSpPr txBox="1">
            <a:spLocks noGrp="1"/>
          </p:cNvSpPr>
          <p:nvPr>
            <p:ph type="body" idx="6"/>
          </p:nvPr>
        </p:nvSpPr>
        <p:spPr>
          <a:xfrm>
            <a:off x="115025" y="3395173"/>
            <a:ext cx="1834500" cy="8898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663" name="Google Shape;663;p38"/>
          <p:cNvSpPr txBox="1">
            <a:spLocks noGrp="1"/>
          </p:cNvSpPr>
          <p:nvPr>
            <p:ph type="body" idx="7"/>
          </p:nvPr>
        </p:nvSpPr>
        <p:spPr>
          <a:xfrm>
            <a:off x="2634200" y="2487473"/>
            <a:ext cx="1834500" cy="8898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664" name="Google Shape;664;p38"/>
          <p:cNvSpPr txBox="1">
            <a:spLocks noGrp="1"/>
          </p:cNvSpPr>
          <p:nvPr>
            <p:ph type="body" idx="8"/>
          </p:nvPr>
        </p:nvSpPr>
        <p:spPr>
          <a:xfrm>
            <a:off x="2634200" y="3395173"/>
            <a:ext cx="1834500" cy="8898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665" name="Google Shape;665;p38"/>
          <p:cNvSpPr txBox="1">
            <a:spLocks noGrp="1"/>
          </p:cNvSpPr>
          <p:nvPr>
            <p:ph type="body" idx="9"/>
          </p:nvPr>
        </p:nvSpPr>
        <p:spPr>
          <a:xfrm>
            <a:off x="5169188" y="2487473"/>
            <a:ext cx="1834500" cy="8898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666" name="Google Shape;666;p38"/>
          <p:cNvSpPr txBox="1">
            <a:spLocks noGrp="1"/>
          </p:cNvSpPr>
          <p:nvPr>
            <p:ph type="body" idx="13"/>
          </p:nvPr>
        </p:nvSpPr>
        <p:spPr>
          <a:xfrm>
            <a:off x="5169188" y="3395173"/>
            <a:ext cx="1834500" cy="8898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667" name="Google Shape;667;p38"/>
          <p:cNvSpPr txBox="1">
            <a:spLocks noGrp="1"/>
          </p:cNvSpPr>
          <p:nvPr>
            <p:ph type="title" idx="14"/>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Tree>
  </p:cSld>
  <p:clrMapOvr>
    <a:masterClrMapping/>
  </p:clrMapOvr>
  <p:extLst>
    <p:ext uri="{DCECCB84-F9BA-43D5-87BE-67443E8EF086}">
      <p15:sldGuideLst xmlns:p15="http://schemas.microsoft.com/office/powerpoint/2012/main">
        <p15:guide id="1" orient="horz">
          <p15:clr>
            <a:srgbClr val="E46962"/>
          </p15:clr>
        </p15:guide>
        <p15:guide id="2" pos="5760">
          <p15:clr>
            <a:srgbClr val="E46962"/>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Four big ideas Alt 1">
  <p:cSld name="BLANK_1_1_1_1_1_1_1_1_1_1_1_1_1_1_1">
    <p:bg>
      <p:bgPr>
        <a:solidFill>
          <a:schemeClr val="lt1"/>
        </a:solidFill>
        <a:effectLst/>
      </p:bgPr>
    </p:bg>
    <p:spTree>
      <p:nvGrpSpPr>
        <p:cNvPr id="1" name="Shape 668"/>
        <p:cNvGrpSpPr/>
        <p:nvPr/>
      </p:nvGrpSpPr>
      <p:grpSpPr>
        <a:xfrm>
          <a:off x="0" y="0"/>
          <a:ext cx="0" cy="0"/>
          <a:chOff x="0" y="0"/>
          <a:chExt cx="0" cy="0"/>
        </a:xfrm>
      </p:grpSpPr>
      <p:grpSp>
        <p:nvGrpSpPr>
          <p:cNvPr id="669" name="Google Shape;669;p39"/>
          <p:cNvGrpSpPr/>
          <p:nvPr/>
        </p:nvGrpSpPr>
        <p:grpSpPr>
          <a:xfrm>
            <a:off x="0" y="506850"/>
            <a:ext cx="930250" cy="2593175"/>
            <a:chOff x="0" y="506850"/>
            <a:chExt cx="930250" cy="2593175"/>
          </a:xfrm>
        </p:grpSpPr>
        <p:grpSp>
          <p:nvGrpSpPr>
            <p:cNvPr id="670" name="Google Shape;670;p39"/>
            <p:cNvGrpSpPr/>
            <p:nvPr/>
          </p:nvGrpSpPr>
          <p:grpSpPr>
            <a:xfrm>
              <a:off x="0" y="877050"/>
              <a:ext cx="930250" cy="2222975"/>
              <a:chOff x="1233650" y="2421900"/>
              <a:chExt cx="930250" cy="2222975"/>
            </a:xfrm>
          </p:grpSpPr>
          <p:grpSp>
            <p:nvGrpSpPr>
              <p:cNvPr id="671" name="Google Shape;671;p39"/>
              <p:cNvGrpSpPr/>
              <p:nvPr/>
            </p:nvGrpSpPr>
            <p:grpSpPr>
              <a:xfrm>
                <a:off x="1233650" y="2793625"/>
                <a:ext cx="560050" cy="1851250"/>
                <a:chOff x="1381975" y="3249175"/>
                <a:chExt cx="560050" cy="1851250"/>
              </a:xfrm>
            </p:grpSpPr>
            <p:sp>
              <p:nvSpPr>
                <p:cNvPr id="672" name="Google Shape;672;p39"/>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73" name="Google Shape;673;p39"/>
                <p:cNvSpPr/>
                <p:nvPr/>
              </p:nvSpPr>
              <p:spPr>
                <a:xfrm>
                  <a:off x="1381975" y="3619500"/>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nvGrpSpPr>
                <p:cNvPr id="674" name="Google Shape;674;p39"/>
                <p:cNvGrpSpPr/>
                <p:nvPr/>
              </p:nvGrpSpPr>
              <p:grpSpPr>
                <a:xfrm>
                  <a:off x="1381975" y="3989700"/>
                  <a:ext cx="560050" cy="1110725"/>
                  <a:chOff x="1381975" y="3249175"/>
                  <a:chExt cx="560050" cy="1110725"/>
                </a:xfrm>
              </p:grpSpPr>
              <p:sp>
                <p:nvSpPr>
                  <p:cNvPr id="675" name="Google Shape;675;p39"/>
                  <p:cNvSpPr/>
                  <p:nvPr/>
                </p:nvSpPr>
                <p:spPr>
                  <a:xfrm>
                    <a:off x="1381975" y="3249175"/>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76" name="Google Shape;676;p39"/>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77" name="Google Shape;677;p39"/>
                  <p:cNvSpPr/>
                  <p:nvPr/>
                </p:nvSpPr>
                <p:spPr>
                  <a:xfrm>
                    <a:off x="1381975" y="3989700"/>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678" name="Google Shape;678;p39"/>
                <p:cNvGrpSpPr/>
                <p:nvPr/>
              </p:nvGrpSpPr>
              <p:grpSpPr>
                <a:xfrm>
                  <a:off x="1381975" y="4360025"/>
                  <a:ext cx="560050" cy="370200"/>
                  <a:chOff x="1381975" y="3249175"/>
                  <a:chExt cx="560050" cy="370200"/>
                </a:xfrm>
              </p:grpSpPr>
              <p:sp>
                <p:nvSpPr>
                  <p:cNvPr id="679" name="Google Shape;679;p39"/>
                  <p:cNvSpPr/>
                  <p:nvPr/>
                </p:nvSpPr>
                <p:spPr>
                  <a:xfrm>
                    <a:off x="1381975" y="3249175"/>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80" name="Google Shape;680;p39"/>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681" name="Google Shape;681;p39"/>
              <p:cNvSpPr/>
              <p:nvPr/>
            </p:nvSpPr>
            <p:spPr>
              <a:xfrm>
                <a:off x="1793700" y="242190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682" name="Google Shape;682;p39"/>
            <p:cNvSpPr/>
            <p:nvPr/>
          </p:nvSpPr>
          <p:spPr>
            <a:xfrm>
              <a:off x="183800" y="50685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683" name="Google Shape;683;p39"/>
          <p:cNvSpPr txBox="1">
            <a:spLocks noGrp="1"/>
          </p:cNvSpPr>
          <p:nvPr>
            <p:ph type="title"/>
          </p:nvPr>
        </p:nvSpPr>
        <p:spPr>
          <a:xfrm>
            <a:off x="38100" y="319650"/>
            <a:ext cx="1823100" cy="520200"/>
          </a:xfrm>
          <a:prstGeom prst="rect">
            <a:avLst/>
          </a:prstGeom>
        </p:spPr>
        <p:txBody>
          <a:bodyPr spcFirstLastPara="1" wrap="square" lIns="182875" tIns="91425" rIns="91425" bIns="91425" anchor="t" anchorCtr="0">
            <a:noAutofit/>
          </a:bodyPr>
          <a:lstStyle>
            <a:lvl1pPr lvl="0">
              <a:spcBef>
                <a:spcPts val="0"/>
              </a:spcBef>
              <a:spcAft>
                <a:spcPts val="0"/>
              </a:spcAft>
              <a:buNone/>
              <a:defRPr sz="1600">
                <a:solidFill>
                  <a:schemeClr val="accent3"/>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a:endParaRPr/>
          </a:p>
        </p:txBody>
      </p:sp>
      <p:sp>
        <p:nvSpPr>
          <p:cNvPr id="684" name="Google Shape;684;p39"/>
          <p:cNvSpPr txBox="1">
            <a:spLocks noGrp="1"/>
          </p:cNvSpPr>
          <p:nvPr>
            <p:ph type="subTitle" idx="1"/>
          </p:nvPr>
        </p:nvSpPr>
        <p:spPr>
          <a:xfrm>
            <a:off x="2176499" y="319800"/>
            <a:ext cx="3904200" cy="5202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a:endParaRPr/>
          </a:p>
        </p:txBody>
      </p:sp>
      <p:sp>
        <p:nvSpPr>
          <p:cNvPr id="685" name="Google Shape;685;p39"/>
          <p:cNvSpPr txBox="1">
            <a:spLocks noGrp="1"/>
          </p:cNvSpPr>
          <p:nvPr>
            <p:ph type="subTitle" idx="2"/>
          </p:nvPr>
        </p:nvSpPr>
        <p:spPr>
          <a:xfrm>
            <a:off x="2942250" y="1877700"/>
            <a:ext cx="1564500" cy="452700"/>
          </a:xfrm>
          <a:prstGeom prst="rect">
            <a:avLst/>
          </a:prstGeom>
        </p:spPr>
        <p:txBody>
          <a:bodyPr spcFirstLastPara="1" wrap="square" lIns="91425" tIns="91425" rIns="91425" bIns="91425" anchor="t" anchorCtr="0">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a:endParaRPr/>
          </a:p>
        </p:txBody>
      </p:sp>
      <p:sp>
        <p:nvSpPr>
          <p:cNvPr id="686" name="Google Shape;686;p39"/>
          <p:cNvSpPr txBox="1">
            <a:spLocks noGrp="1"/>
          </p:cNvSpPr>
          <p:nvPr>
            <p:ph type="subTitle" idx="3"/>
          </p:nvPr>
        </p:nvSpPr>
        <p:spPr>
          <a:xfrm>
            <a:off x="1078950" y="2330400"/>
            <a:ext cx="1564500" cy="16449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687" name="Google Shape;687;p39"/>
          <p:cNvSpPr txBox="1">
            <a:spLocks noGrp="1"/>
          </p:cNvSpPr>
          <p:nvPr>
            <p:ph type="subTitle" idx="4"/>
          </p:nvPr>
        </p:nvSpPr>
        <p:spPr>
          <a:xfrm>
            <a:off x="4798644" y="1877700"/>
            <a:ext cx="1564500" cy="452700"/>
          </a:xfrm>
          <a:prstGeom prst="rect">
            <a:avLst/>
          </a:prstGeom>
        </p:spPr>
        <p:txBody>
          <a:bodyPr spcFirstLastPara="1" wrap="square" lIns="91425" tIns="91425" rIns="91425" bIns="91425" anchor="t" anchorCtr="0">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a:endParaRPr/>
          </a:p>
        </p:txBody>
      </p:sp>
      <p:sp>
        <p:nvSpPr>
          <p:cNvPr id="688" name="Google Shape;688;p39"/>
          <p:cNvSpPr txBox="1">
            <a:spLocks noGrp="1"/>
          </p:cNvSpPr>
          <p:nvPr>
            <p:ph type="subTitle" idx="5"/>
          </p:nvPr>
        </p:nvSpPr>
        <p:spPr>
          <a:xfrm>
            <a:off x="2942257" y="2330400"/>
            <a:ext cx="1564500" cy="16449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689" name="Google Shape;689;p39"/>
          <p:cNvSpPr txBox="1">
            <a:spLocks noGrp="1"/>
          </p:cNvSpPr>
          <p:nvPr>
            <p:ph type="subTitle" idx="6"/>
          </p:nvPr>
        </p:nvSpPr>
        <p:spPr>
          <a:xfrm>
            <a:off x="6671581" y="1877700"/>
            <a:ext cx="1564500" cy="452700"/>
          </a:xfrm>
          <a:prstGeom prst="rect">
            <a:avLst/>
          </a:prstGeom>
        </p:spPr>
        <p:txBody>
          <a:bodyPr spcFirstLastPara="1" wrap="square" lIns="91425" tIns="91425" rIns="91425" bIns="91425" anchor="t" anchorCtr="0">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a:endParaRPr/>
          </a:p>
        </p:txBody>
      </p:sp>
      <p:sp>
        <p:nvSpPr>
          <p:cNvPr id="690" name="Google Shape;690;p39"/>
          <p:cNvSpPr txBox="1">
            <a:spLocks noGrp="1"/>
          </p:cNvSpPr>
          <p:nvPr>
            <p:ph type="subTitle" idx="7"/>
          </p:nvPr>
        </p:nvSpPr>
        <p:spPr>
          <a:xfrm>
            <a:off x="4798647" y="2330400"/>
            <a:ext cx="1564500" cy="16449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grpSp>
        <p:nvGrpSpPr>
          <p:cNvPr id="691" name="Google Shape;691;p39"/>
          <p:cNvGrpSpPr/>
          <p:nvPr/>
        </p:nvGrpSpPr>
        <p:grpSpPr>
          <a:xfrm rot="5400000">
            <a:off x="7381575" y="-838700"/>
            <a:ext cx="930250" cy="2591775"/>
            <a:chOff x="0" y="508250"/>
            <a:chExt cx="930250" cy="2591775"/>
          </a:xfrm>
        </p:grpSpPr>
        <p:grpSp>
          <p:nvGrpSpPr>
            <p:cNvPr id="692" name="Google Shape;692;p39"/>
            <p:cNvGrpSpPr/>
            <p:nvPr/>
          </p:nvGrpSpPr>
          <p:grpSpPr>
            <a:xfrm>
              <a:off x="0" y="877050"/>
              <a:ext cx="930250" cy="2222975"/>
              <a:chOff x="1233650" y="2421900"/>
              <a:chExt cx="930250" cy="2222975"/>
            </a:xfrm>
          </p:grpSpPr>
          <p:grpSp>
            <p:nvGrpSpPr>
              <p:cNvPr id="693" name="Google Shape;693;p39"/>
              <p:cNvGrpSpPr/>
              <p:nvPr/>
            </p:nvGrpSpPr>
            <p:grpSpPr>
              <a:xfrm>
                <a:off x="1233650" y="2793625"/>
                <a:ext cx="930250" cy="1851250"/>
                <a:chOff x="1381975" y="3249175"/>
                <a:chExt cx="930250" cy="1851250"/>
              </a:xfrm>
            </p:grpSpPr>
            <p:grpSp>
              <p:nvGrpSpPr>
                <p:cNvPr id="694" name="Google Shape;694;p39"/>
                <p:cNvGrpSpPr/>
                <p:nvPr/>
              </p:nvGrpSpPr>
              <p:grpSpPr>
                <a:xfrm>
                  <a:off x="1571825" y="3249175"/>
                  <a:ext cx="740400" cy="370200"/>
                  <a:chOff x="1571825" y="3249175"/>
                  <a:chExt cx="740400" cy="370200"/>
                </a:xfrm>
              </p:grpSpPr>
              <p:sp>
                <p:nvSpPr>
                  <p:cNvPr id="695" name="Google Shape;695;p39"/>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696" name="Google Shape;696;p39"/>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697" name="Google Shape;697;p39"/>
                <p:cNvSpPr/>
                <p:nvPr/>
              </p:nvSpPr>
              <p:spPr>
                <a:xfrm>
                  <a:off x="1381975" y="3619500"/>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nvGrpSpPr>
                <p:cNvPr id="698" name="Google Shape;698;p39"/>
                <p:cNvGrpSpPr/>
                <p:nvPr/>
              </p:nvGrpSpPr>
              <p:grpSpPr>
                <a:xfrm>
                  <a:off x="1381975" y="3989700"/>
                  <a:ext cx="560050" cy="1110725"/>
                  <a:chOff x="1381975" y="3249175"/>
                  <a:chExt cx="560050" cy="1110725"/>
                </a:xfrm>
              </p:grpSpPr>
              <p:sp>
                <p:nvSpPr>
                  <p:cNvPr id="699" name="Google Shape;699;p39"/>
                  <p:cNvSpPr/>
                  <p:nvPr/>
                </p:nvSpPr>
                <p:spPr>
                  <a:xfrm>
                    <a:off x="1381975" y="3249175"/>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00" name="Google Shape;700;p39"/>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01" name="Google Shape;701;p39"/>
                  <p:cNvSpPr/>
                  <p:nvPr/>
                </p:nvSpPr>
                <p:spPr>
                  <a:xfrm>
                    <a:off x="1381975" y="3989700"/>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02" name="Google Shape;702;p39"/>
                <p:cNvGrpSpPr/>
                <p:nvPr/>
              </p:nvGrpSpPr>
              <p:grpSpPr>
                <a:xfrm>
                  <a:off x="1381975" y="4360025"/>
                  <a:ext cx="560050" cy="370200"/>
                  <a:chOff x="1381975" y="3249175"/>
                  <a:chExt cx="560050" cy="370200"/>
                </a:xfrm>
              </p:grpSpPr>
              <p:sp>
                <p:nvSpPr>
                  <p:cNvPr id="703" name="Google Shape;703;p39"/>
                  <p:cNvSpPr/>
                  <p:nvPr/>
                </p:nvSpPr>
                <p:spPr>
                  <a:xfrm>
                    <a:off x="1381975" y="3249175"/>
                    <a:ext cx="1899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04" name="Google Shape;704;p39"/>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705" name="Google Shape;705;p39"/>
              <p:cNvSpPr/>
              <p:nvPr/>
            </p:nvSpPr>
            <p:spPr>
              <a:xfrm>
                <a:off x="1793700" y="242190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706" name="Google Shape;706;p39"/>
            <p:cNvSpPr/>
            <p:nvPr/>
          </p:nvSpPr>
          <p:spPr>
            <a:xfrm>
              <a:off x="189850" y="50825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707" name="Google Shape;707;p39"/>
          <p:cNvSpPr txBox="1">
            <a:spLocks noGrp="1"/>
          </p:cNvSpPr>
          <p:nvPr>
            <p:ph type="subTitle" idx="8"/>
          </p:nvPr>
        </p:nvSpPr>
        <p:spPr>
          <a:xfrm>
            <a:off x="6671579" y="2330400"/>
            <a:ext cx="1564500" cy="1644900"/>
          </a:xfrm>
          <a:prstGeom prst="rect">
            <a:avLst/>
          </a:prstGeom>
        </p:spPr>
        <p:txBody>
          <a:bodyPr spcFirstLastPara="1" wrap="square" lIns="91425" tIns="91425" rIns="91425" bIns="91425" anchor="t" anchorCtr="0">
            <a:noAutofit/>
          </a:bodyPr>
          <a:lstStyle>
            <a:lvl1pPr lvl="0">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2pPr>
            <a:lvl3pPr lvl="2"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3pPr>
            <a:lvl4pPr lvl="3"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4pPr>
            <a:lvl5pPr lvl="4"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5pPr>
            <a:lvl6pPr lvl="5"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6pPr>
            <a:lvl7pPr lvl="6"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7pPr>
            <a:lvl8pPr lvl="7"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8pPr>
            <a:lvl9pPr lvl="8" algn="ctr">
              <a:spcBef>
                <a:spcPts val="0"/>
              </a:spcBef>
              <a:spcAft>
                <a:spcPts val="0"/>
              </a:spcAft>
              <a:buClr>
                <a:schemeClr val="dk2"/>
              </a:buClr>
              <a:buSzPts val="1000"/>
              <a:buFont typeface="Sora"/>
              <a:buNone/>
              <a:defRPr sz="1000">
                <a:solidFill>
                  <a:schemeClr val="dk2"/>
                </a:solidFill>
                <a:latin typeface="Sora"/>
                <a:ea typeface="Sora"/>
                <a:cs typeface="Sora"/>
                <a:sym typeface="Sora"/>
              </a:defRPr>
            </a:lvl9pPr>
          </a:lstStyle>
          <a:p>
            <a:endParaRPr/>
          </a:p>
        </p:txBody>
      </p:sp>
      <p:sp>
        <p:nvSpPr>
          <p:cNvPr id="708" name="Google Shape;708;p39"/>
          <p:cNvSpPr txBox="1">
            <a:spLocks noGrp="1"/>
          </p:cNvSpPr>
          <p:nvPr>
            <p:ph type="title" idx="9"/>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cxnSp>
        <p:nvCxnSpPr>
          <p:cNvPr id="709" name="Google Shape;709;p39"/>
          <p:cNvCxnSpPr/>
          <p:nvPr/>
        </p:nvCxnSpPr>
        <p:spPr>
          <a:xfrm>
            <a:off x="1865850" y="392700"/>
            <a:ext cx="0" cy="390300"/>
          </a:xfrm>
          <a:prstGeom prst="straightConnector1">
            <a:avLst/>
          </a:prstGeom>
          <a:noFill/>
          <a:ln w="19050" cap="flat" cmpd="sng">
            <a:solidFill>
              <a:schemeClr val="accent3"/>
            </a:solidFill>
            <a:prstDash val="solid"/>
            <a:round/>
            <a:headEnd type="none" w="med" len="med"/>
            <a:tailEnd type="none" w="med" len="med"/>
          </a:ln>
        </p:spPr>
      </p:cxnSp>
      <p:sp>
        <p:nvSpPr>
          <p:cNvPr id="710" name="Google Shape;710;p39"/>
          <p:cNvSpPr/>
          <p:nvPr/>
        </p:nvSpPr>
        <p:spPr>
          <a:xfrm rot="5400000">
            <a:off x="8773788" y="922313"/>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11" name="Google Shape;711;p39"/>
          <p:cNvSpPr/>
          <p:nvPr/>
        </p:nvSpPr>
        <p:spPr>
          <a:xfrm rot="5400000">
            <a:off x="8773788" y="1292513"/>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12" name="Google Shape;712;p39"/>
          <p:cNvSpPr txBox="1">
            <a:spLocks noGrp="1"/>
          </p:cNvSpPr>
          <p:nvPr>
            <p:ph type="subTitle" idx="13"/>
          </p:nvPr>
        </p:nvSpPr>
        <p:spPr>
          <a:xfrm>
            <a:off x="1078938" y="1877700"/>
            <a:ext cx="1564500" cy="452700"/>
          </a:xfrm>
          <a:prstGeom prst="rect">
            <a:avLst/>
          </a:prstGeom>
        </p:spPr>
        <p:txBody>
          <a:bodyPr spcFirstLastPara="1" wrap="square" lIns="91425" tIns="91425" rIns="91425" bIns="91425" anchor="t" anchorCtr="0">
            <a:noAutofit/>
          </a:bodyPr>
          <a:lstStyle>
            <a:lvl1pPr lvl="0">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2pPr>
            <a:lvl3pPr lvl="2"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3pPr>
            <a:lvl4pPr lvl="3"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4pPr>
            <a:lvl5pPr lvl="4"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5pPr>
            <a:lvl6pPr lvl="5"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6pPr>
            <a:lvl7pPr lvl="6"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7pPr>
            <a:lvl8pPr lvl="7"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8pPr>
            <a:lvl9pPr lvl="8" algn="ctr">
              <a:spcBef>
                <a:spcPts val="0"/>
              </a:spcBef>
              <a:spcAft>
                <a:spcPts val="0"/>
              </a:spcAft>
              <a:buClr>
                <a:schemeClr val="dk2"/>
              </a:buClr>
              <a:buSzPts val="1600"/>
              <a:buFont typeface="IBM Plex Sans"/>
              <a:buNone/>
              <a:defRPr sz="1600">
                <a:solidFill>
                  <a:schemeClr val="dk2"/>
                </a:solidFill>
                <a:latin typeface="IBM Plex Sans"/>
                <a:ea typeface="IBM Plex Sans"/>
                <a:cs typeface="IBM Plex Sans"/>
                <a:sym typeface="IBM Plex Sans"/>
              </a:defRPr>
            </a:lvl9pPr>
          </a:lstStyle>
          <a:p>
            <a:endParaRPr/>
          </a:p>
        </p:txBody>
      </p:sp>
      <p:sp>
        <p:nvSpPr>
          <p:cNvPr id="713" name="Google Shape;713;p39"/>
          <p:cNvSpPr txBox="1">
            <a:spLocks noGrp="1"/>
          </p:cNvSpPr>
          <p:nvPr>
            <p:ph type="title" idx="14"/>
          </p:nvPr>
        </p:nvSpPr>
        <p:spPr>
          <a:xfrm>
            <a:off x="3484500" y="1377875"/>
            <a:ext cx="473100" cy="390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a:endParaRPr/>
          </a:p>
        </p:txBody>
      </p:sp>
      <p:sp>
        <p:nvSpPr>
          <p:cNvPr id="714" name="Google Shape;714;p39"/>
          <p:cNvSpPr txBox="1">
            <a:spLocks noGrp="1"/>
          </p:cNvSpPr>
          <p:nvPr>
            <p:ph type="title" idx="15"/>
          </p:nvPr>
        </p:nvSpPr>
        <p:spPr>
          <a:xfrm>
            <a:off x="7204200" y="1411200"/>
            <a:ext cx="473100" cy="390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lt1"/>
              </a:buClr>
              <a:buSzPts val="1800"/>
              <a:buFont typeface="IBM Plex Sans"/>
              <a:buNone/>
              <a:defRPr sz="1800" b="1"/>
            </a:lvl1pPr>
            <a:lvl2pPr lvl="1" algn="ctr">
              <a:spcBef>
                <a:spcPts val="0"/>
              </a:spcBef>
              <a:spcAft>
                <a:spcPts val="0"/>
              </a:spcAft>
              <a:buClr>
                <a:schemeClr val="lt1"/>
              </a:buClr>
              <a:buSzPts val="3000"/>
              <a:buNone/>
              <a:defRPr b="1">
                <a:solidFill>
                  <a:schemeClr val="lt1"/>
                </a:solidFill>
              </a:defRPr>
            </a:lvl2pPr>
            <a:lvl3pPr lvl="2" algn="ctr">
              <a:spcBef>
                <a:spcPts val="0"/>
              </a:spcBef>
              <a:spcAft>
                <a:spcPts val="0"/>
              </a:spcAft>
              <a:buClr>
                <a:schemeClr val="lt1"/>
              </a:buClr>
              <a:buSzPts val="3000"/>
              <a:buNone/>
              <a:defRPr b="1">
                <a:solidFill>
                  <a:schemeClr val="lt1"/>
                </a:solidFill>
              </a:defRPr>
            </a:lvl3pPr>
            <a:lvl4pPr lvl="3" algn="ctr">
              <a:spcBef>
                <a:spcPts val="0"/>
              </a:spcBef>
              <a:spcAft>
                <a:spcPts val="0"/>
              </a:spcAft>
              <a:buClr>
                <a:schemeClr val="lt1"/>
              </a:buClr>
              <a:buSzPts val="3000"/>
              <a:buNone/>
              <a:defRPr b="1">
                <a:solidFill>
                  <a:schemeClr val="lt1"/>
                </a:solidFill>
              </a:defRPr>
            </a:lvl4pPr>
            <a:lvl5pPr lvl="4" algn="ctr">
              <a:spcBef>
                <a:spcPts val="0"/>
              </a:spcBef>
              <a:spcAft>
                <a:spcPts val="0"/>
              </a:spcAft>
              <a:buClr>
                <a:schemeClr val="lt1"/>
              </a:buClr>
              <a:buSzPts val="3000"/>
              <a:buNone/>
              <a:defRPr b="1">
                <a:solidFill>
                  <a:schemeClr val="lt1"/>
                </a:solidFill>
              </a:defRPr>
            </a:lvl5pPr>
            <a:lvl6pPr lvl="5" algn="ctr">
              <a:spcBef>
                <a:spcPts val="0"/>
              </a:spcBef>
              <a:spcAft>
                <a:spcPts val="0"/>
              </a:spcAft>
              <a:buClr>
                <a:schemeClr val="lt1"/>
              </a:buClr>
              <a:buSzPts val="3000"/>
              <a:buNone/>
              <a:defRPr b="1">
                <a:solidFill>
                  <a:schemeClr val="lt1"/>
                </a:solidFill>
              </a:defRPr>
            </a:lvl6pPr>
            <a:lvl7pPr lvl="6" algn="ctr">
              <a:spcBef>
                <a:spcPts val="0"/>
              </a:spcBef>
              <a:spcAft>
                <a:spcPts val="0"/>
              </a:spcAft>
              <a:buClr>
                <a:schemeClr val="lt1"/>
              </a:buClr>
              <a:buSzPts val="3000"/>
              <a:buNone/>
              <a:defRPr b="1">
                <a:solidFill>
                  <a:schemeClr val="lt1"/>
                </a:solidFill>
              </a:defRPr>
            </a:lvl7pPr>
            <a:lvl8pPr lvl="7" algn="ctr">
              <a:spcBef>
                <a:spcPts val="0"/>
              </a:spcBef>
              <a:spcAft>
                <a:spcPts val="0"/>
              </a:spcAft>
              <a:buClr>
                <a:schemeClr val="lt1"/>
              </a:buClr>
              <a:buSzPts val="3000"/>
              <a:buNone/>
              <a:defRPr b="1">
                <a:solidFill>
                  <a:schemeClr val="lt1"/>
                </a:solidFill>
              </a:defRPr>
            </a:lvl8pPr>
            <a:lvl9pPr lvl="8" algn="ctr">
              <a:spcBef>
                <a:spcPts val="0"/>
              </a:spcBef>
              <a:spcAft>
                <a:spcPts val="0"/>
              </a:spcAft>
              <a:buClr>
                <a:schemeClr val="lt1"/>
              </a:buClr>
              <a:buSzPts val="3000"/>
              <a:buNone/>
              <a:defRPr b="1">
                <a:solidFill>
                  <a:schemeClr val="lt1"/>
                </a:solidFill>
              </a:defRPr>
            </a:lvl9pPr>
          </a:lstStyle>
          <a:p>
            <a:endParaRPr/>
          </a:p>
        </p:txBody>
      </p:sp>
      <p:sp>
        <p:nvSpPr>
          <p:cNvPr id="715" name="Google Shape;715;p39"/>
          <p:cNvSpPr txBox="1">
            <a:spLocks noGrp="1"/>
          </p:cNvSpPr>
          <p:nvPr>
            <p:ph type="title" idx="16"/>
          </p:nvPr>
        </p:nvSpPr>
        <p:spPr>
          <a:xfrm>
            <a:off x="5344350" y="1411200"/>
            <a:ext cx="473100" cy="390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a:endParaRPr/>
          </a:p>
        </p:txBody>
      </p:sp>
      <p:sp>
        <p:nvSpPr>
          <p:cNvPr id="716" name="Google Shape;716;p39"/>
          <p:cNvSpPr txBox="1">
            <a:spLocks noGrp="1"/>
          </p:cNvSpPr>
          <p:nvPr>
            <p:ph type="title" idx="17"/>
          </p:nvPr>
        </p:nvSpPr>
        <p:spPr>
          <a:xfrm>
            <a:off x="1624650" y="1377875"/>
            <a:ext cx="473100" cy="390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800"/>
              <a:buFont typeface="IBM Plex Sans"/>
              <a:buNone/>
              <a:defRPr sz="1800">
                <a:solidFill>
                  <a:schemeClr val="accent3"/>
                </a:solidFill>
              </a:defRPr>
            </a:lvl1pPr>
            <a:lvl2pPr lvl="1" algn="ctr">
              <a:spcBef>
                <a:spcPts val="0"/>
              </a:spcBef>
              <a:spcAft>
                <a:spcPts val="0"/>
              </a:spcAft>
              <a:buClr>
                <a:schemeClr val="accent3"/>
              </a:buClr>
              <a:buSzPts val="3000"/>
              <a:buNone/>
              <a:defRPr>
                <a:solidFill>
                  <a:schemeClr val="accent3"/>
                </a:solidFill>
              </a:defRPr>
            </a:lvl2pPr>
            <a:lvl3pPr lvl="2" algn="ctr">
              <a:spcBef>
                <a:spcPts val="0"/>
              </a:spcBef>
              <a:spcAft>
                <a:spcPts val="0"/>
              </a:spcAft>
              <a:buClr>
                <a:schemeClr val="accent3"/>
              </a:buClr>
              <a:buSzPts val="3000"/>
              <a:buNone/>
              <a:defRPr>
                <a:solidFill>
                  <a:schemeClr val="accent3"/>
                </a:solidFill>
              </a:defRPr>
            </a:lvl3pPr>
            <a:lvl4pPr lvl="3" algn="ctr">
              <a:spcBef>
                <a:spcPts val="0"/>
              </a:spcBef>
              <a:spcAft>
                <a:spcPts val="0"/>
              </a:spcAft>
              <a:buClr>
                <a:schemeClr val="accent3"/>
              </a:buClr>
              <a:buSzPts val="3000"/>
              <a:buNone/>
              <a:defRPr>
                <a:solidFill>
                  <a:schemeClr val="accent3"/>
                </a:solidFill>
              </a:defRPr>
            </a:lvl4pPr>
            <a:lvl5pPr lvl="4" algn="ctr">
              <a:spcBef>
                <a:spcPts val="0"/>
              </a:spcBef>
              <a:spcAft>
                <a:spcPts val="0"/>
              </a:spcAft>
              <a:buClr>
                <a:schemeClr val="accent3"/>
              </a:buClr>
              <a:buSzPts val="3000"/>
              <a:buNone/>
              <a:defRPr>
                <a:solidFill>
                  <a:schemeClr val="accent3"/>
                </a:solidFill>
              </a:defRPr>
            </a:lvl5pPr>
            <a:lvl6pPr lvl="5" algn="ctr">
              <a:spcBef>
                <a:spcPts val="0"/>
              </a:spcBef>
              <a:spcAft>
                <a:spcPts val="0"/>
              </a:spcAft>
              <a:buClr>
                <a:schemeClr val="accent3"/>
              </a:buClr>
              <a:buSzPts val="3000"/>
              <a:buNone/>
              <a:defRPr>
                <a:solidFill>
                  <a:schemeClr val="accent3"/>
                </a:solidFill>
              </a:defRPr>
            </a:lvl6pPr>
            <a:lvl7pPr lvl="6" algn="ctr">
              <a:spcBef>
                <a:spcPts val="0"/>
              </a:spcBef>
              <a:spcAft>
                <a:spcPts val="0"/>
              </a:spcAft>
              <a:buClr>
                <a:schemeClr val="accent3"/>
              </a:buClr>
              <a:buSzPts val="3000"/>
              <a:buNone/>
              <a:defRPr>
                <a:solidFill>
                  <a:schemeClr val="accent3"/>
                </a:solidFill>
              </a:defRPr>
            </a:lvl7pPr>
            <a:lvl8pPr lvl="7" algn="ctr">
              <a:spcBef>
                <a:spcPts val="0"/>
              </a:spcBef>
              <a:spcAft>
                <a:spcPts val="0"/>
              </a:spcAft>
              <a:buClr>
                <a:schemeClr val="accent3"/>
              </a:buClr>
              <a:buSzPts val="3000"/>
              <a:buNone/>
              <a:defRPr>
                <a:solidFill>
                  <a:schemeClr val="accent3"/>
                </a:solidFill>
              </a:defRPr>
            </a:lvl8pPr>
            <a:lvl9pPr lvl="8" algn="ctr">
              <a:spcBef>
                <a:spcPts val="0"/>
              </a:spcBef>
              <a:spcAft>
                <a:spcPts val="0"/>
              </a:spcAft>
              <a:buClr>
                <a:schemeClr val="accent3"/>
              </a:buClr>
              <a:buSzPts val="3000"/>
              <a:buNone/>
              <a:defRPr>
                <a:solidFill>
                  <a:schemeClr val="accent3"/>
                </a:solidFill>
              </a:defRPr>
            </a:lvl9pPr>
          </a:lstStyle>
          <a:p>
            <a:endParaRPr/>
          </a:p>
        </p:txBody>
      </p:sp>
      <p:sp>
        <p:nvSpPr>
          <p:cNvPr id="717" name="Google Shape;717;p39"/>
          <p:cNvSpPr txBox="1">
            <a:spLocks noGrp="1"/>
          </p:cNvSpPr>
          <p:nvPr>
            <p:ph type="title" idx="18"/>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Tree>
  </p:cSld>
  <p:clrMapOvr>
    <a:masterClrMapping/>
  </p:clrMapOvr>
  <p:extLst>
    <p:ext uri="{DCECCB84-F9BA-43D5-87BE-67443E8EF086}">
      <p15:sldGuideLst xmlns:p15="http://schemas.microsoft.com/office/powerpoint/2012/main">
        <p15:guide id="1" pos="1175">
          <p15:clr>
            <a:srgbClr val="E46962"/>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Four big ideas - Alt 2">
  <p:cSld name="BLANK_1_1_1_1_1_1_1_1_1_1_1_1_1_1_1_2">
    <p:bg>
      <p:bgPr>
        <a:solidFill>
          <a:schemeClr val="lt1"/>
        </a:solidFill>
        <a:effectLst/>
      </p:bgPr>
    </p:bg>
    <p:spTree>
      <p:nvGrpSpPr>
        <p:cNvPr id="1" name="Shape 718"/>
        <p:cNvGrpSpPr/>
        <p:nvPr/>
      </p:nvGrpSpPr>
      <p:grpSpPr>
        <a:xfrm>
          <a:off x="0" y="0"/>
          <a:ext cx="0" cy="0"/>
          <a:chOff x="0" y="0"/>
          <a:chExt cx="0" cy="0"/>
        </a:xfrm>
      </p:grpSpPr>
      <p:sp>
        <p:nvSpPr>
          <p:cNvPr id="719" name="Google Shape;719;p40"/>
          <p:cNvSpPr txBox="1">
            <a:spLocks noGrp="1"/>
          </p:cNvSpPr>
          <p:nvPr>
            <p:ph type="body" idx="1"/>
          </p:nvPr>
        </p:nvSpPr>
        <p:spPr>
          <a:xfrm>
            <a:off x="1867950" y="2035300"/>
            <a:ext cx="2700000" cy="822900"/>
          </a:xfrm>
          <a:prstGeom prst="rect">
            <a:avLst/>
          </a:prstGeom>
        </p:spPr>
        <p:txBody>
          <a:bodyPr spcFirstLastPara="1" wrap="square" lIns="91425" tIns="0" rIns="91425" bIns="91425" anchor="t" anchorCtr="0">
            <a:noAutofit/>
          </a:bodyPr>
          <a:lstStyle>
            <a:lvl1pPr marL="457200" lvl="0"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720" name="Google Shape;720;p40"/>
          <p:cNvSpPr txBox="1">
            <a:spLocks noGrp="1"/>
          </p:cNvSpPr>
          <p:nvPr>
            <p:ph type="body" idx="2"/>
          </p:nvPr>
        </p:nvSpPr>
        <p:spPr>
          <a:xfrm>
            <a:off x="1867950" y="3405150"/>
            <a:ext cx="2700000" cy="822900"/>
          </a:xfrm>
          <a:prstGeom prst="rect">
            <a:avLst/>
          </a:prstGeom>
        </p:spPr>
        <p:txBody>
          <a:bodyPr spcFirstLastPara="1" wrap="square" lIns="91425" tIns="0" rIns="91425" bIns="91425" anchor="t" anchorCtr="0">
            <a:noAutofit/>
          </a:bodyPr>
          <a:lstStyle>
            <a:lvl1pPr marL="457200" lvl="0"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721" name="Google Shape;721;p40"/>
          <p:cNvSpPr txBox="1">
            <a:spLocks noGrp="1"/>
          </p:cNvSpPr>
          <p:nvPr>
            <p:ph type="body" idx="3"/>
          </p:nvPr>
        </p:nvSpPr>
        <p:spPr>
          <a:xfrm>
            <a:off x="5297575" y="2035300"/>
            <a:ext cx="2700000" cy="822900"/>
          </a:xfrm>
          <a:prstGeom prst="rect">
            <a:avLst/>
          </a:prstGeom>
        </p:spPr>
        <p:txBody>
          <a:bodyPr spcFirstLastPara="1" wrap="square" lIns="91425" tIns="0" rIns="91425" bIns="91425" anchor="t" anchorCtr="0">
            <a:noAutofit/>
          </a:bodyPr>
          <a:lstStyle>
            <a:lvl1pPr marL="457200" lvl="0"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722" name="Google Shape;722;p40"/>
          <p:cNvSpPr txBox="1">
            <a:spLocks noGrp="1"/>
          </p:cNvSpPr>
          <p:nvPr>
            <p:ph type="body" idx="4"/>
          </p:nvPr>
        </p:nvSpPr>
        <p:spPr>
          <a:xfrm>
            <a:off x="5297575" y="3405150"/>
            <a:ext cx="2700000" cy="822900"/>
          </a:xfrm>
          <a:prstGeom prst="rect">
            <a:avLst/>
          </a:prstGeom>
        </p:spPr>
        <p:txBody>
          <a:bodyPr spcFirstLastPara="1" wrap="square" lIns="91425" tIns="0" rIns="91425" bIns="91425" anchor="t" anchorCtr="0">
            <a:noAutofit/>
          </a:bodyPr>
          <a:lstStyle>
            <a:lvl1pPr marL="457200" lvl="0"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lnSpc>
                <a:spcPct val="115000"/>
              </a:lnSpc>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grpSp>
        <p:nvGrpSpPr>
          <p:cNvPr id="723" name="Google Shape;723;p40"/>
          <p:cNvGrpSpPr/>
          <p:nvPr/>
        </p:nvGrpSpPr>
        <p:grpSpPr>
          <a:xfrm>
            <a:off x="7073603" y="0"/>
            <a:ext cx="2070408" cy="1617374"/>
            <a:chOff x="6787102" y="-57263"/>
            <a:chExt cx="2403260" cy="1877393"/>
          </a:xfrm>
        </p:grpSpPr>
        <p:grpSp>
          <p:nvGrpSpPr>
            <p:cNvPr id="724" name="Google Shape;724;p40"/>
            <p:cNvGrpSpPr/>
            <p:nvPr/>
          </p:nvGrpSpPr>
          <p:grpSpPr>
            <a:xfrm rot="10800000">
              <a:off x="8286413" y="1320355"/>
              <a:ext cx="903863" cy="499775"/>
              <a:chOff x="532097" y="3249175"/>
              <a:chExt cx="669528" cy="370204"/>
            </a:xfrm>
          </p:grpSpPr>
          <p:sp>
            <p:nvSpPr>
              <p:cNvPr id="725" name="Google Shape;725;p40"/>
              <p:cNvSpPr/>
              <p:nvPr/>
            </p:nvSpPr>
            <p:spPr>
              <a:xfrm>
                <a:off x="532097" y="3249179"/>
                <a:ext cx="2994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26" name="Google Shape;726;p40"/>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27" name="Google Shape;727;p40"/>
            <p:cNvGrpSpPr/>
            <p:nvPr/>
          </p:nvGrpSpPr>
          <p:grpSpPr>
            <a:xfrm rot="10800000">
              <a:off x="6787103" y="820419"/>
              <a:ext cx="2402289" cy="499772"/>
              <a:chOff x="532752" y="3249175"/>
              <a:chExt cx="1779473" cy="370202"/>
            </a:xfrm>
          </p:grpSpPr>
          <p:sp>
            <p:nvSpPr>
              <p:cNvPr id="728" name="Google Shape;728;p40"/>
              <p:cNvSpPr/>
              <p:nvPr/>
            </p:nvSpPr>
            <p:spPr>
              <a:xfrm>
                <a:off x="532752" y="3249177"/>
                <a:ext cx="2988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29" name="Google Shape;729;p40"/>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30" name="Google Shape;730;p40"/>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31" name="Google Shape;731;p40"/>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32" name="Google Shape;732;p40"/>
            <p:cNvGrpSpPr/>
            <p:nvPr/>
          </p:nvGrpSpPr>
          <p:grpSpPr>
            <a:xfrm rot="10800000">
              <a:off x="7286873" y="320651"/>
              <a:ext cx="1499310" cy="499770"/>
              <a:chOff x="831425" y="3249175"/>
              <a:chExt cx="1110600" cy="370200"/>
            </a:xfrm>
          </p:grpSpPr>
          <p:sp>
            <p:nvSpPr>
              <p:cNvPr id="733" name="Google Shape;733;p40"/>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34" name="Google Shape;734;p40"/>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35" name="Google Shape;735;p40"/>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36" name="Google Shape;736;p40"/>
            <p:cNvGrpSpPr/>
            <p:nvPr/>
          </p:nvGrpSpPr>
          <p:grpSpPr>
            <a:xfrm rot="10800000">
              <a:off x="6787102" y="-57263"/>
              <a:ext cx="2403260" cy="377865"/>
              <a:chOff x="532032" y="3249173"/>
              <a:chExt cx="1780193" cy="370202"/>
            </a:xfrm>
          </p:grpSpPr>
          <p:sp>
            <p:nvSpPr>
              <p:cNvPr id="737" name="Google Shape;737;p40"/>
              <p:cNvSpPr/>
              <p:nvPr/>
            </p:nvSpPr>
            <p:spPr>
              <a:xfrm>
                <a:off x="532032" y="3249173"/>
                <a:ext cx="2994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38" name="Google Shape;738;p40"/>
              <p:cNvSpPr/>
              <p:nvPr/>
            </p:nvSpPr>
            <p:spPr>
              <a:xfrm>
                <a:off x="831430" y="3249173"/>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39" name="Google Shape;739;p40"/>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40" name="Google Shape;740;p40"/>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41" name="Google Shape;741;p40"/>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742" name="Google Shape;742;p40"/>
          <p:cNvSpPr/>
          <p:nvPr/>
        </p:nvSpPr>
        <p:spPr>
          <a:xfrm rot="10800000" flipH="1">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43" name="Google Shape;743;p40"/>
          <p:cNvSpPr/>
          <p:nvPr/>
        </p:nvSpPr>
        <p:spPr>
          <a:xfrm rot="10800000" flipH="1">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44" name="Google Shape;744;p40"/>
          <p:cNvSpPr/>
          <p:nvPr/>
        </p:nvSpPr>
        <p:spPr>
          <a:xfrm rot="10800000" flipH="1">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45" name="Google Shape;745;p40"/>
          <p:cNvSpPr/>
          <p:nvPr/>
        </p:nvSpPr>
        <p:spPr>
          <a:xfrm rot="10800000" flipH="1">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46" name="Google Shape;746;p40"/>
          <p:cNvSpPr txBox="1">
            <a:spLocks noGrp="1"/>
          </p:cNvSpPr>
          <p:nvPr>
            <p:ph type="title"/>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747" name="Google Shape;747;p40"/>
          <p:cNvSpPr txBox="1">
            <a:spLocks noGrp="1"/>
          </p:cNvSpPr>
          <p:nvPr>
            <p:ph type="title" idx="5"/>
          </p:nvPr>
        </p:nvSpPr>
        <p:spPr>
          <a:xfrm>
            <a:off x="38100" y="319650"/>
            <a:ext cx="1823100" cy="520200"/>
          </a:xfrm>
          <a:prstGeom prst="rect">
            <a:avLst/>
          </a:prstGeom>
        </p:spPr>
        <p:txBody>
          <a:bodyPr spcFirstLastPara="1" wrap="square" lIns="182875" tIns="91425" rIns="91425" bIns="91425" anchor="t" anchorCtr="0">
            <a:noAutofit/>
          </a:bodyPr>
          <a:lstStyle>
            <a:lvl1pPr lvl="0">
              <a:spcBef>
                <a:spcPts val="0"/>
              </a:spcBef>
              <a:spcAft>
                <a:spcPts val="0"/>
              </a:spcAft>
              <a:buNone/>
              <a:defRPr sz="1600">
                <a:solidFill>
                  <a:schemeClr val="lt2"/>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3"/>
                </a:solidFill>
              </a:defRPr>
            </a:lvl2pPr>
            <a:lvl3pPr lvl="2">
              <a:lnSpc>
                <a:spcPct val="115000"/>
              </a:lnSpc>
              <a:spcBef>
                <a:spcPts val="0"/>
              </a:spcBef>
              <a:spcAft>
                <a:spcPts val="0"/>
              </a:spcAft>
              <a:buNone/>
              <a:defRPr sz="1800">
                <a:solidFill>
                  <a:schemeClr val="accent3"/>
                </a:solidFill>
              </a:defRPr>
            </a:lvl3pPr>
            <a:lvl4pPr lvl="3">
              <a:lnSpc>
                <a:spcPct val="115000"/>
              </a:lnSpc>
              <a:spcBef>
                <a:spcPts val="0"/>
              </a:spcBef>
              <a:spcAft>
                <a:spcPts val="0"/>
              </a:spcAft>
              <a:buNone/>
              <a:defRPr sz="1800">
                <a:solidFill>
                  <a:schemeClr val="accent3"/>
                </a:solidFill>
              </a:defRPr>
            </a:lvl4pPr>
            <a:lvl5pPr lvl="4">
              <a:lnSpc>
                <a:spcPct val="115000"/>
              </a:lnSpc>
              <a:spcBef>
                <a:spcPts val="0"/>
              </a:spcBef>
              <a:spcAft>
                <a:spcPts val="0"/>
              </a:spcAft>
              <a:buNone/>
              <a:defRPr sz="1800">
                <a:solidFill>
                  <a:schemeClr val="accent3"/>
                </a:solidFill>
              </a:defRPr>
            </a:lvl5pPr>
            <a:lvl6pPr lvl="5">
              <a:lnSpc>
                <a:spcPct val="115000"/>
              </a:lnSpc>
              <a:spcBef>
                <a:spcPts val="0"/>
              </a:spcBef>
              <a:spcAft>
                <a:spcPts val="0"/>
              </a:spcAft>
              <a:buNone/>
              <a:defRPr sz="1800">
                <a:solidFill>
                  <a:schemeClr val="accent3"/>
                </a:solidFill>
              </a:defRPr>
            </a:lvl6pPr>
            <a:lvl7pPr lvl="6">
              <a:lnSpc>
                <a:spcPct val="115000"/>
              </a:lnSpc>
              <a:spcBef>
                <a:spcPts val="0"/>
              </a:spcBef>
              <a:spcAft>
                <a:spcPts val="0"/>
              </a:spcAft>
              <a:buNone/>
              <a:defRPr sz="1800">
                <a:solidFill>
                  <a:schemeClr val="accent3"/>
                </a:solidFill>
              </a:defRPr>
            </a:lvl7pPr>
            <a:lvl8pPr lvl="7">
              <a:lnSpc>
                <a:spcPct val="115000"/>
              </a:lnSpc>
              <a:spcBef>
                <a:spcPts val="0"/>
              </a:spcBef>
              <a:spcAft>
                <a:spcPts val="0"/>
              </a:spcAft>
              <a:buNone/>
              <a:defRPr sz="1800">
                <a:solidFill>
                  <a:schemeClr val="accent3"/>
                </a:solidFill>
              </a:defRPr>
            </a:lvl8pPr>
            <a:lvl9pPr lvl="8">
              <a:lnSpc>
                <a:spcPct val="115000"/>
              </a:lnSpc>
              <a:spcBef>
                <a:spcPts val="0"/>
              </a:spcBef>
              <a:spcAft>
                <a:spcPts val="0"/>
              </a:spcAft>
              <a:buNone/>
              <a:defRPr sz="1800">
                <a:solidFill>
                  <a:schemeClr val="accent3"/>
                </a:solidFill>
              </a:defRPr>
            </a:lvl9pPr>
          </a:lstStyle>
          <a:p>
            <a:endParaRPr/>
          </a:p>
        </p:txBody>
      </p:sp>
      <p:sp>
        <p:nvSpPr>
          <p:cNvPr id="748" name="Google Shape;748;p40"/>
          <p:cNvSpPr txBox="1">
            <a:spLocks noGrp="1"/>
          </p:cNvSpPr>
          <p:nvPr>
            <p:ph type="subTitle" idx="6"/>
          </p:nvPr>
        </p:nvSpPr>
        <p:spPr>
          <a:xfrm>
            <a:off x="2176499" y="319800"/>
            <a:ext cx="3904200" cy="5202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a:endParaRPr/>
          </a:p>
        </p:txBody>
      </p:sp>
      <p:sp>
        <p:nvSpPr>
          <p:cNvPr id="749" name="Google Shape;749;p40"/>
          <p:cNvSpPr txBox="1">
            <a:spLocks noGrp="1"/>
          </p:cNvSpPr>
          <p:nvPr>
            <p:ph type="subTitle" idx="7"/>
          </p:nvPr>
        </p:nvSpPr>
        <p:spPr>
          <a:xfrm>
            <a:off x="1867950" y="1692275"/>
            <a:ext cx="2394900" cy="288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0" name="Google Shape;750;p40"/>
          <p:cNvSpPr txBox="1">
            <a:spLocks noGrp="1"/>
          </p:cNvSpPr>
          <p:nvPr>
            <p:ph type="subTitle" idx="8"/>
          </p:nvPr>
        </p:nvSpPr>
        <p:spPr>
          <a:xfrm>
            <a:off x="1867950" y="3062125"/>
            <a:ext cx="2394900" cy="288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1" name="Google Shape;751;p40"/>
          <p:cNvSpPr txBox="1">
            <a:spLocks noGrp="1"/>
          </p:cNvSpPr>
          <p:nvPr>
            <p:ph type="subTitle" idx="9"/>
          </p:nvPr>
        </p:nvSpPr>
        <p:spPr>
          <a:xfrm>
            <a:off x="5297575" y="1692275"/>
            <a:ext cx="2394900" cy="288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2" name="Google Shape;752;p40"/>
          <p:cNvSpPr txBox="1">
            <a:spLocks noGrp="1"/>
          </p:cNvSpPr>
          <p:nvPr>
            <p:ph type="subTitle" idx="13"/>
          </p:nvPr>
        </p:nvSpPr>
        <p:spPr>
          <a:xfrm>
            <a:off x="5297575" y="3062125"/>
            <a:ext cx="2394900" cy="288300"/>
          </a:xfrm>
          <a:prstGeom prst="rect">
            <a:avLst/>
          </a:prstGeom>
        </p:spPr>
        <p:txBody>
          <a:bodyPr spcFirstLastPara="1" wrap="square" lIns="91425" tIns="91425" rIns="91425" bIns="91425" anchor="t" anchorCtr="0">
            <a:noAutofit/>
          </a:bodyPr>
          <a:lstStyle>
            <a:lvl1pPr lvl="0">
              <a:spcBef>
                <a:spcPts val="0"/>
              </a:spcBef>
              <a:spcAft>
                <a:spcPts val="0"/>
              </a:spcAft>
              <a:buClr>
                <a:schemeClr val="lt2"/>
              </a:buClr>
              <a:buSzPts val="1200"/>
              <a:buFont typeface="Sora Medium"/>
              <a:buNone/>
              <a:defRPr sz="1200">
                <a:solidFill>
                  <a:schemeClr val="lt2"/>
                </a:solidFill>
                <a:latin typeface="Sora Medium"/>
                <a:ea typeface="Sora Medium"/>
                <a:cs typeface="Sora Medium"/>
                <a:sym typeface="Sora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3" name="Google Shape;753;p40"/>
          <p:cNvSpPr txBox="1">
            <a:spLocks noGrp="1"/>
          </p:cNvSpPr>
          <p:nvPr>
            <p:ph type="title" idx="14"/>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Tree>
  </p:cSld>
  <p:clrMapOvr>
    <a:masterClrMapping/>
  </p:clrMapOvr>
  <p:extLst>
    <p:ext uri="{DCECCB84-F9BA-43D5-87BE-67443E8EF086}">
      <p15:sldGuideLst xmlns:p15="http://schemas.microsoft.com/office/powerpoint/2012/main">
        <p15:guide id="1" pos="4611">
          <p15:clr>
            <a:srgbClr val="E46962"/>
          </p15:clr>
        </p15:guide>
        <p15:guide id="2" pos="3407">
          <p15:clr>
            <a:srgbClr val="E46962"/>
          </p15:clr>
        </p15:guide>
        <p15:guide id="3" pos="2262">
          <p15:clr>
            <a:srgbClr val="E46962"/>
          </p15:clr>
        </p15:guide>
        <p15:guide id="4" orient="horz" pos="1006">
          <p15:clr>
            <a:srgbClr val="E46962"/>
          </p15:clr>
        </p15:guide>
        <p15:guide id="5" pos="1175">
          <p15:clr>
            <a:srgbClr val="E46962"/>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Four big ideas - Alt 3">
  <p:cSld name="BLANK_1_1_1_1_1_1_1_1_1_1_1_1_1_1_1_2_1">
    <p:bg>
      <p:bgPr>
        <a:solidFill>
          <a:schemeClr val="lt1"/>
        </a:solidFill>
        <a:effectLst/>
      </p:bgPr>
    </p:bg>
    <p:spTree>
      <p:nvGrpSpPr>
        <p:cNvPr id="1" name="Shape 754"/>
        <p:cNvGrpSpPr/>
        <p:nvPr/>
      </p:nvGrpSpPr>
      <p:grpSpPr>
        <a:xfrm>
          <a:off x="0" y="0"/>
          <a:ext cx="0" cy="0"/>
          <a:chOff x="0" y="0"/>
          <a:chExt cx="0" cy="0"/>
        </a:xfrm>
      </p:grpSpPr>
      <p:sp>
        <p:nvSpPr>
          <p:cNvPr id="755" name="Google Shape;755;p41"/>
          <p:cNvSpPr txBox="1">
            <a:spLocks noGrp="1"/>
          </p:cNvSpPr>
          <p:nvPr>
            <p:ph type="title"/>
          </p:nvPr>
        </p:nvSpPr>
        <p:spPr>
          <a:xfrm>
            <a:off x="104850" y="2155850"/>
            <a:ext cx="1583400" cy="520200"/>
          </a:xfrm>
          <a:prstGeom prst="rect">
            <a:avLst/>
          </a:prstGeom>
        </p:spPr>
        <p:txBody>
          <a:bodyPr spcFirstLastPara="1" wrap="square" lIns="91425" tIns="91425" rIns="91425" bIns="91425" anchor="b" anchorCtr="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a:endParaRPr/>
          </a:p>
        </p:txBody>
      </p:sp>
      <p:sp>
        <p:nvSpPr>
          <p:cNvPr id="756" name="Google Shape;756;p41"/>
          <p:cNvSpPr txBox="1">
            <a:spLocks noGrp="1"/>
          </p:cNvSpPr>
          <p:nvPr>
            <p:ph type="title" idx="2"/>
          </p:nvPr>
        </p:nvSpPr>
        <p:spPr>
          <a:xfrm>
            <a:off x="1932925" y="2155825"/>
            <a:ext cx="1583400" cy="520200"/>
          </a:xfrm>
          <a:prstGeom prst="rect">
            <a:avLst/>
          </a:prstGeom>
        </p:spPr>
        <p:txBody>
          <a:bodyPr spcFirstLastPara="1" wrap="square" lIns="91425" tIns="91425" rIns="91425" bIns="91425" anchor="b" anchorCtr="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a:endParaRPr/>
          </a:p>
        </p:txBody>
      </p:sp>
      <p:sp>
        <p:nvSpPr>
          <p:cNvPr id="757" name="Google Shape;757;p41"/>
          <p:cNvSpPr txBox="1">
            <a:spLocks noGrp="1"/>
          </p:cNvSpPr>
          <p:nvPr>
            <p:ph type="title" idx="3"/>
          </p:nvPr>
        </p:nvSpPr>
        <p:spPr>
          <a:xfrm>
            <a:off x="3761000" y="2155825"/>
            <a:ext cx="1583400" cy="520200"/>
          </a:xfrm>
          <a:prstGeom prst="rect">
            <a:avLst/>
          </a:prstGeom>
        </p:spPr>
        <p:txBody>
          <a:bodyPr spcFirstLastPara="1" wrap="square" lIns="91425" tIns="91425" rIns="91425" bIns="91425" anchor="b" anchorCtr="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a:endParaRPr/>
          </a:p>
        </p:txBody>
      </p:sp>
      <p:sp>
        <p:nvSpPr>
          <p:cNvPr id="758" name="Google Shape;758;p41"/>
          <p:cNvSpPr txBox="1">
            <a:spLocks noGrp="1"/>
          </p:cNvSpPr>
          <p:nvPr>
            <p:ph type="title" idx="4"/>
          </p:nvPr>
        </p:nvSpPr>
        <p:spPr>
          <a:xfrm>
            <a:off x="5607150" y="2155825"/>
            <a:ext cx="1583400" cy="520200"/>
          </a:xfrm>
          <a:prstGeom prst="rect">
            <a:avLst/>
          </a:prstGeom>
        </p:spPr>
        <p:txBody>
          <a:bodyPr spcFirstLastPara="1" wrap="square" lIns="91425" tIns="91425" rIns="91425" bIns="91425" anchor="b" anchorCtr="0">
            <a:noAutofit/>
          </a:bodyPr>
          <a:lstStyle>
            <a:lvl1pPr lvl="0">
              <a:spcBef>
                <a:spcPts val="0"/>
              </a:spcBef>
              <a:spcAft>
                <a:spcPts val="0"/>
              </a:spcAft>
              <a:buNone/>
              <a:defRPr sz="1200">
                <a:solidFill>
                  <a:schemeClr val="accent6"/>
                </a:solidFill>
                <a:latin typeface="IBM Plex Sans Medium"/>
                <a:ea typeface="IBM Plex Sans Medium"/>
                <a:cs typeface="IBM Plex Sans Medium"/>
                <a:sym typeface="IBM Plex Sans Medium"/>
              </a:defRPr>
            </a:lvl1pPr>
            <a:lvl2pPr lvl="1">
              <a:spcBef>
                <a:spcPts val="0"/>
              </a:spcBef>
              <a:spcAft>
                <a:spcPts val="0"/>
              </a:spcAft>
              <a:buClr>
                <a:schemeClr val="accent6"/>
              </a:buClr>
              <a:buSzPts val="3000"/>
              <a:buNone/>
              <a:defRPr>
                <a:solidFill>
                  <a:schemeClr val="accent6"/>
                </a:solidFill>
              </a:defRPr>
            </a:lvl2pPr>
            <a:lvl3pPr lvl="2">
              <a:spcBef>
                <a:spcPts val="0"/>
              </a:spcBef>
              <a:spcAft>
                <a:spcPts val="0"/>
              </a:spcAft>
              <a:buClr>
                <a:schemeClr val="accent6"/>
              </a:buClr>
              <a:buSzPts val="3000"/>
              <a:buNone/>
              <a:defRPr>
                <a:solidFill>
                  <a:schemeClr val="accent6"/>
                </a:solidFill>
              </a:defRPr>
            </a:lvl3pPr>
            <a:lvl4pPr lvl="3">
              <a:spcBef>
                <a:spcPts val="0"/>
              </a:spcBef>
              <a:spcAft>
                <a:spcPts val="0"/>
              </a:spcAft>
              <a:buClr>
                <a:schemeClr val="accent6"/>
              </a:buClr>
              <a:buSzPts val="3000"/>
              <a:buNone/>
              <a:defRPr>
                <a:solidFill>
                  <a:schemeClr val="accent6"/>
                </a:solidFill>
              </a:defRPr>
            </a:lvl4pPr>
            <a:lvl5pPr lvl="4">
              <a:spcBef>
                <a:spcPts val="0"/>
              </a:spcBef>
              <a:spcAft>
                <a:spcPts val="0"/>
              </a:spcAft>
              <a:buClr>
                <a:schemeClr val="accent6"/>
              </a:buClr>
              <a:buSzPts val="3000"/>
              <a:buNone/>
              <a:defRPr>
                <a:solidFill>
                  <a:schemeClr val="accent6"/>
                </a:solidFill>
              </a:defRPr>
            </a:lvl5pPr>
            <a:lvl6pPr lvl="5">
              <a:spcBef>
                <a:spcPts val="0"/>
              </a:spcBef>
              <a:spcAft>
                <a:spcPts val="0"/>
              </a:spcAft>
              <a:buClr>
                <a:schemeClr val="accent6"/>
              </a:buClr>
              <a:buSzPts val="3000"/>
              <a:buNone/>
              <a:defRPr>
                <a:solidFill>
                  <a:schemeClr val="accent6"/>
                </a:solidFill>
              </a:defRPr>
            </a:lvl6pPr>
            <a:lvl7pPr lvl="6">
              <a:spcBef>
                <a:spcPts val="0"/>
              </a:spcBef>
              <a:spcAft>
                <a:spcPts val="0"/>
              </a:spcAft>
              <a:buClr>
                <a:schemeClr val="accent6"/>
              </a:buClr>
              <a:buSzPts val="3000"/>
              <a:buNone/>
              <a:defRPr>
                <a:solidFill>
                  <a:schemeClr val="accent6"/>
                </a:solidFill>
              </a:defRPr>
            </a:lvl7pPr>
            <a:lvl8pPr lvl="7">
              <a:spcBef>
                <a:spcPts val="0"/>
              </a:spcBef>
              <a:spcAft>
                <a:spcPts val="0"/>
              </a:spcAft>
              <a:buClr>
                <a:schemeClr val="accent6"/>
              </a:buClr>
              <a:buSzPts val="3000"/>
              <a:buNone/>
              <a:defRPr>
                <a:solidFill>
                  <a:schemeClr val="accent6"/>
                </a:solidFill>
              </a:defRPr>
            </a:lvl8pPr>
            <a:lvl9pPr lvl="8">
              <a:spcBef>
                <a:spcPts val="0"/>
              </a:spcBef>
              <a:spcAft>
                <a:spcPts val="0"/>
              </a:spcAft>
              <a:buClr>
                <a:schemeClr val="accent6"/>
              </a:buClr>
              <a:buSzPts val="3000"/>
              <a:buNone/>
              <a:defRPr>
                <a:solidFill>
                  <a:schemeClr val="accent6"/>
                </a:solidFill>
              </a:defRPr>
            </a:lvl9pPr>
          </a:lstStyle>
          <a:p>
            <a:endParaRPr/>
          </a:p>
        </p:txBody>
      </p:sp>
      <p:sp>
        <p:nvSpPr>
          <p:cNvPr id="759" name="Google Shape;759;p41"/>
          <p:cNvSpPr txBox="1">
            <a:spLocks noGrp="1"/>
          </p:cNvSpPr>
          <p:nvPr>
            <p:ph type="title" idx="5"/>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760" name="Google Shape;760;p41"/>
          <p:cNvSpPr txBox="1">
            <a:spLocks noGrp="1"/>
          </p:cNvSpPr>
          <p:nvPr>
            <p:ph type="subTitle" idx="1"/>
          </p:nvPr>
        </p:nvSpPr>
        <p:spPr>
          <a:xfrm>
            <a:off x="2176499" y="319800"/>
            <a:ext cx="3904200" cy="520200"/>
          </a:xfrm>
          <a:prstGeom prst="rect">
            <a:avLst/>
          </a:prstGeom>
        </p:spPr>
        <p:txBody>
          <a:bodyPr spcFirstLastPara="1" wrap="square" lIns="91425" tIns="91425" rIns="91425" bIns="91425" anchor="t" anchorCtr="0">
            <a:noAutofit/>
          </a:bodyPr>
          <a:lstStyle>
            <a:lvl1pPr lvl="0">
              <a:spcBef>
                <a:spcPts val="0"/>
              </a:spcBef>
              <a:spcAft>
                <a:spcPts val="0"/>
              </a:spcAft>
              <a:buNone/>
              <a:defRPr sz="1000">
                <a:solidFill>
                  <a:schemeClr val="dk2"/>
                </a:solidFill>
              </a:defRPr>
            </a:lvl1pPr>
            <a:lvl2pPr lvl="1">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2pPr>
            <a:lvl3pPr lvl="2">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3pPr>
            <a:lvl4pPr lvl="3">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4pPr>
            <a:lvl5pPr lvl="4">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5pPr>
            <a:lvl6pPr lvl="5">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6pPr>
            <a:lvl7pPr lvl="6">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7pPr>
            <a:lvl8pPr lvl="7">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8pPr>
            <a:lvl9pPr lvl="8">
              <a:spcBef>
                <a:spcPts val="0"/>
              </a:spcBef>
              <a:spcAft>
                <a:spcPts val="0"/>
              </a:spcAft>
              <a:buClr>
                <a:schemeClr val="dk2"/>
              </a:buClr>
              <a:buSzPts val="1800"/>
              <a:buFont typeface="IBM Plex Sans"/>
              <a:buNone/>
              <a:defRPr sz="1800">
                <a:solidFill>
                  <a:schemeClr val="dk2"/>
                </a:solidFill>
                <a:latin typeface="IBM Plex Sans"/>
                <a:ea typeface="IBM Plex Sans"/>
                <a:cs typeface="IBM Plex Sans"/>
                <a:sym typeface="IBM Plex Sans"/>
              </a:defRPr>
            </a:lvl9pPr>
          </a:lstStyle>
          <a:p>
            <a:endParaRPr/>
          </a:p>
        </p:txBody>
      </p:sp>
      <p:cxnSp>
        <p:nvCxnSpPr>
          <p:cNvPr id="761" name="Google Shape;761;p41"/>
          <p:cNvCxnSpPr/>
          <p:nvPr/>
        </p:nvCxnSpPr>
        <p:spPr>
          <a:xfrm>
            <a:off x="1865850" y="392700"/>
            <a:ext cx="0" cy="390300"/>
          </a:xfrm>
          <a:prstGeom prst="straightConnector1">
            <a:avLst/>
          </a:prstGeom>
          <a:noFill/>
          <a:ln w="19050" cap="flat" cmpd="sng">
            <a:solidFill>
              <a:schemeClr val="accent6"/>
            </a:solidFill>
            <a:prstDash val="solid"/>
            <a:round/>
            <a:headEnd type="none" w="med" len="med"/>
            <a:tailEnd type="none" w="med" len="med"/>
          </a:ln>
        </p:spPr>
      </p:cxnSp>
      <p:grpSp>
        <p:nvGrpSpPr>
          <p:cNvPr id="762" name="Google Shape;762;p41"/>
          <p:cNvGrpSpPr/>
          <p:nvPr/>
        </p:nvGrpSpPr>
        <p:grpSpPr>
          <a:xfrm>
            <a:off x="7073603" y="0"/>
            <a:ext cx="2070408" cy="1617374"/>
            <a:chOff x="6787102" y="-57263"/>
            <a:chExt cx="2403260" cy="1877393"/>
          </a:xfrm>
        </p:grpSpPr>
        <p:grpSp>
          <p:nvGrpSpPr>
            <p:cNvPr id="763" name="Google Shape;763;p41"/>
            <p:cNvGrpSpPr/>
            <p:nvPr/>
          </p:nvGrpSpPr>
          <p:grpSpPr>
            <a:xfrm rot="10800000">
              <a:off x="8286413" y="1320355"/>
              <a:ext cx="903863" cy="499775"/>
              <a:chOff x="532097" y="3249175"/>
              <a:chExt cx="669528" cy="370204"/>
            </a:xfrm>
          </p:grpSpPr>
          <p:sp>
            <p:nvSpPr>
              <p:cNvPr id="764" name="Google Shape;764;p41"/>
              <p:cNvSpPr/>
              <p:nvPr/>
            </p:nvSpPr>
            <p:spPr>
              <a:xfrm>
                <a:off x="532097" y="3249179"/>
                <a:ext cx="2994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65" name="Google Shape;765;p41"/>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66" name="Google Shape;766;p41"/>
            <p:cNvGrpSpPr/>
            <p:nvPr/>
          </p:nvGrpSpPr>
          <p:grpSpPr>
            <a:xfrm rot="10800000">
              <a:off x="6787103" y="820419"/>
              <a:ext cx="2402289" cy="499772"/>
              <a:chOff x="532752" y="3249175"/>
              <a:chExt cx="1779473" cy="370202"/>
            </a:xfrm>
          </p:grpSpPr>
          <p:sp>
            <p:nvSpPr>
              <p:cNvPr id="767" name="Google Shape;767;p41"/>
              <p:cNvSpPr/>
              <p:nvPr/>
            </p:nvSpPr>
            <p:spPr>
              <a:xfrm>
                <a:off x="532752" y="3249177"/>
                <a:ext cx="2988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68" name="Google Shape;768;p41"/>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69" name="Google Shape;769;p41"/>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70" name="Google Shape;770;p41"/>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71" name="Google Shape;771;p41"/>
            <p:cNvGrpSpPr/>
            <p:nvPr/>
          </p:nvGrpSpPr>
          <p:grpSpPr>
            <a:xfrm rot="10800000">
              <a:off x="7286873" y="320651"/>
              <a:ext cx="1499310" cy="499770"/>
              <a:chOff x="831425" y="3249175"/>
              <a:chExt cx="1110600" cy="370200"/>
            </a:xfrm>
          </p:grpSpPr>
          <p:sp>
            <p:nvSpPr>
              <p:cNvPr id="772" name="Google Shape;772;p41"/>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73" name="Google Shape;773;p41"/>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74" name="Google Shape;774;p41"/>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775" name="Google Shape;775;p41"/>
            <p:cNvGrpSpPr/>
            <p:nvPr/>
          </p:nvGrpSpPr>
          <p:grpSpPr>
            <a:xfrm rot="10800000">
              <a:off x="6787102" y="-57263"/>
              <a:ext cx="2403260" cy="377865"/>
              <a:chOff x="532032" y="3249173"/>
              <a:chExt cx="1780193" cy="370202"/>
            </a:xfrm>
          </p:grpSpPr>
          <p:sp>
            <p:nvSpPr>
              <p:cNvPr id="776" name="Google Shape;776;p41"/>
              <p:cNvSpPr/>
              <p:nvPr/>
            </p:nvSpPr>
            <p:spPr>
              <a:xfrm>
                <a:off x="532032" y="3249173"/>
                <a:ext cx="2994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77" name="Google Shape;777;p41"/>
              <p:cNvSpPr/>
              <p:nvPr/>
            </p:nvSpPr>
            <p:spPr>
              <a:xfrm>
                <a:off x="831430" y="3249173"/>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78" name="Google Shape;778;p41"/>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79" name="Google Shape;779;p41"/>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80" name="Google Shape;780;p41"/>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781" name="Google Shape;781;p41"/>
          <p:cNvSpPr/>
          <p:nvPr/>
        </p:nvSpPr>
        <p:spPr>
          <a:xfrm rot="10800000" flipH="1">
            <a:off x="8088611" y="31980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82" name="Google Shape;782;p41"/>
          <p:cNvSpPr/>
          <p:nvPr/>
        </p:nvSpPr>
        <p:spPr>
          <a:xfrm rot="10800000" flipH="1">
            <a:off x="8088611" y="592679"/>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83" name="Google Shape;783;p41"/>
          <p:cNvSpPr/>
          <p:nvPr/>
        </p:nvSpPr>
        <p:spPr>
          <a:xfrm rot="10800000" flipH="1">
            <a:off x="8088611" y="1172250"/>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84" name="Google Shape;784;p41"/>
          <p:cNvSpPr/>
          <p:nvPr/>
        </p:nvSpPr>
        <p:spPr>
          <a:xfrm rot="10800000" flipH="1">
            <a:off x="8088611" y="869471"/>
            <a:ext cx="1055400" cy="18900"/>
          </a:xfrm>
          <a:prstGeom prst="rect">
            <a:avLst/>
          </a:prstGeom>
          <a:gradFill>
            <a:gsLst>
              <a:gs pos="0">
                <a:schemeClr val="accent2"/>
              </a:gs>
              <a:gs pos="37000">
                <a:schemeClr val="lt2"/>
              </a:gs>
              <a:gs pos="92000">
                <a:schemeClr val="accent1"/>
              </a:gs>
              <a:gs pos="100000">
                <a:schemeClr val="accent1"/>
              </a:gs>
            </a:gsLst>
            <a:lin ang="10801400" scaled="0"/>
          </a:gra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785" name="Google Shape;785;p41"/>
          <p:cNvSpPr txBox="1">
            <a:spLocks noGrp="1"/>
          </p:cNvSpPr>
          <p:nvPr>
            <p:ph type="body" idx="6"/>
          </p:nvPr>
        </p:nvSpPr>
        <p:spPr>
          <a:xfrm>
            <a:off x="104900" y="2676050"/>
            <a:ext cx="1583400" cy="16743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786" name="Google Shape;786;p41"/>
          <p:cNvSpPr txBox="1">
            <a:spLocks noGrp="1"/>
          </p:cNvSpPr>
          <p:nvPr>
            <p:ph type="body" idx="7"/>
          </p:nvPr>
        </p:nvSpPr>
        <p:spPr>
          <a:xfrm>
            <a:off x="1932925" y="2676050"/>
            <a:ext cx="1583400" cy="16743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80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800"/>
              </a:spcBef>
              <a:spcAft>
                <a:spcPts val="80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787" name="Google Shape;787;p41"/>
          <p:cNvSpPr txBox="1">
            <a:spLocks noGrp="1"/>
          </p:cNvSpPr>
          <p:nvPr>
            <p:ph type="body" idx="8"/>
          </p:nvPr>
        </p:nvSpPr>
        <p:spPr>
          <a:xfrm>
            <a:off x="3761000" y="2676050"/>
            <a:ext cx="1583400" cy="16743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788" name="Google Shape;788;p41"/>
          <p:cNvSpPr txBox="1">
            <a:spLocks noGrp="1"/>
          </p:cNvSpPr>
          <p:nvPr>
            <p:ph type="body" idx="9"/>
          </p:nvPr>
        </p:nvSpPr>
        <p:spPr>
          <a:xfrm>
            <a:off x="5607150" y="2676050"/>
            <a:ext cx="1583400" cy="1674300"/>
          </a:xfrm>
          <a:prstGeom prst="rect">
            <a:avLst/>
          </a:prstGeom>
        </p:spPr>
        <p:txBody>
          <a:bodyPr spcFirstLastPara="1" wrap="square" lIns="91425" tIns="91425" rIns="0" bIns="91425" anchor="t" anchorCtr="0">
            <a:normAutofit/>
          </a:bodyPr>
          <a:lstStyle>
            <a:lvl1pPr marL="457200" lvl="0"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1pPr>
            <a:lvl2pPr marL="914400" lvl="1"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2pPr>
            <a:lvl3pPr marL="1371600" lvl="2"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3pPr>
            <a:lvl4pPr marL="1828800" lvl="3"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4pPr>
            <a:lvl5pPr marL="2286000" lvl="4"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5pPr>
            <a:lvl6pPr marL="2743200" lvl="5"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6pPr>
            <a:lvl7pPr marL="3200400" lvl="6"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7pPr>
            <a:lvl8pPr marL="3657600" lvl="7"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8pPr>
            <a:lvl9pPr marL="4114800" lvl="8" indent="-292100">
              <a:spcBef>
                <a:spcPts val="0"/>
              </a:spcBef>
              <a:spcAft>
                <a:spcPts val="0"/>
              </a:spcAft>
              <a:buClr>
                <a:schemeClr val="dk2"/>
              </a:buClr>
              <a:buSzPts val="1000"/>
              <a:buFont typeface="Sora ExtraLight"/>
              <a:buChar char="■"/>
              <a:defRPr sz="1000">
                <a:solidFill>
                  <a:schemeClr val="dk2"/>
                </a:solidFill>
                <a:latin typeface="Sora ExtraLight"/>
                <a:ea typeface="Sora ExtraLight"/>
                <a:cs typeface="Sora ExtraLight"/>
                <a:sym typeface="Sora ExtraLight"/>
              </a:defRPr>
            </a:lvl9pPr>
          </a:lstStyle>
          <a:p>
            <a:endParaRPr/>
          </a:p>
        </p:txBody>
      </p:sp>
      <p:sp>
        <p:nvSpPr>
          <p:cNvPr id="789" name="Google Shape;789;p41"/>
          <p:cNvSpPr txBox="1">
            <a:spLocks noGrp="1"/>
          </p:cNvSpPr>
          <p:nvPr>
            <p:ph type="title" idx="13"/>
          </p:nvPr>
        </p:nvSpPr>
        <p:spPr>
          <a:xfrm>
            <a:off x="239975" y="1597225"/>
            <a:ext cx="640200" cy="482400"/>
          </a:xfrm>
          <a:prstGeom prst="rect">
            <a:avLst/>
          </a:prstGeom>
        </p:spPr>
        <p:txBody>
          <a:bodyPr spcFirstLastPara="1" wrap="square" lIns="91425" tIns="91425" rIns="137150" bIns="91425" anchor="t" anchorCtr="0">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a:endParaRPr/>
          </a:p>
        </p:txBody>
      </p:sp>
      <p:sp>
        <p:nvSpPr>
          <p:cNvPr id="790" name="Google Shape;790;p41"/>
          <p:cNvSpPr txBox="1">
            <a:spLocks noGrp="1"/>
          </p:cNvSpPr>
          <p:nvPr>
            <p:ph type="title" idx="14"/>
          </p:nvPr>
        </p:nvSpPr>
        <p:spPr>
          <a:xfrm>
            <a:off x="2009500" y="1597225"/>
            <a:ext cx="640200" cy="482400"/>
          </a:xfrm>
          <a:prstGeom prst="rect">
            <a:avLst/>
          </a:prstGeom>
        </p:spPr>
        <p:txBody>
          <a:bodyPr spcFirstLastPara="1" wrap="square" lIns="91425" tIns="91425" rIns="137150" bIns="91425" anchor="t" anchorCtr="0">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a:endParaRPr/>
          </a:p>
        </p:txBody>
      </p:sp>
      <p:sp>
        <p:nvSpPr>
          <p:cNvPr id="791" name="Google Shape;791;p41"/>
          <p:cNvSpPr txBox="1">
            <a:spLocks noGrp="1"/>
          </p:cNvSpPr>
          <p:nvPr>
            <p:ph type="title" idx="15"/>
          </p:nvPr>
        </p:nvSpPr>
        <p:spPr>
          <a:xfrm>
            <a:off x="3895425" y="1597225"/>
            <a:ext cx="640200" cy="482400"/>
          </a:xfrm>
          <a:prstGeom prst="rect">
            <a:avLst/>
          </a:prstGeom>
        </p:spPr>
        <p:txBody>
          <a:bodyPr spcFirstLastPara="1" wrap="square" lIns="91425" tIns="91425" rIns="137150" bIns="91425" anchor="t" anchorCtr="0">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a:endParaRPr/>
          </a:p>
        </p:txBody>
      </p:sp>
      <p:sp>
        <p:nvSpPr>
          <p:cNvPr id="792" name="Google Shape;792;p41"/>
          <p:cNvSpPr txBox="1">
            <a:spLocks noGrp="1"/>
          </p:cNvSpPr>
          <p:nvPr>
            <p:ph type="title" idx="16"/>
          </p:nvPr>
        </p:nvSpPr>
        <p:spPr>
          <a:xfrm>
            <a:off x="5704700" y="1597225"/>
            <a:ext cx="640200" cy="482400"/>
          </a:xfrm>
          <a:prstGeom prst="rect">
            <a:avLst/>
          </a:prstGeom>
        </p:spPr>
        <p:txBody>
          <a:bodyPr spcFirstLastPara="1" wrap="square" lIns="91425" tIns="91425" rIns="137150" bIns="91425" anchor="t" anchorCtr="0">
            <a:noAutofit/>
          </a:bodyPr>
          <a:lstStyle>
            <a:lvl1pPr lvl="0" algn="ctr">
              <a:spcBef>
                <a:spcPts val="0"/>
              </a:spcBef>
              <a:spcAft>
                <a:spcPts val="0"/>
              </a:spcAft>
              <a:buClr>
                <a:schemeClr val="dk2"/>
              </a:buClr>
              <a:buSzPts val="1800"/>
              <a:buFont typeface="IBM Plex Sans"/>
              <a:buNone/>
              <a:defRPr sz="1800">
                <a:solidFill>
                  <a:schemeClr val="dk2"/>
                </a:solidFill>
              </a:defRPr>
            </a:lvl1pPr>
            <a:lvl2pPr lvl="1" algn="ctr">
              <a:spcBef>
                <a:spcPts val="0"/>
              </a:spcBef>
              <a:spcAft>
                <a:spcPts val="0"/>
              </a:spcAft>
              <a:buClr>
                <a:schemeClr val="dk2"/>
              </a:buClr>
              <a:buSzPts val="1800"/>
              <a:buFont typeface="IBM Plex Sans"/>
              <a:buNone/>
              <a:defRPr sz="1800">
                <a:solidFill>
                  <a:schemeClr val="dk2"/>
                </a:solidFill>
              </a:defRPr>
            </a:lvl2pPr>
            <a:lvl3pPr lvl="2" algn="ctr">
              <a:spcBef>
                <a:spcPts val="0"/>
              </a:spcBef>
              <a:spcAft>
                <a:spcPts val="0"/>
              </a:spcAft>
              <a:buClr>
                <a:schemeClr val="dk2"/>
              </a:buClr>
              <a:buSzPts val="1800"/>
              <a:buFont typeface="IBM Plex Sans"/>
              <a:buNone/>
              <a:defRPr sz="1800">
                <a:solidFill>
                  <a:schemeClr val="dk2"/>
                </a:solidFill>
              </a:defRPr>
            </a:lvl3pPr>
            <a:lvl4pPr lvl="3" algn="ctr">
              <a:spcBef>
                <a:spcPts val="0"/>
              </a:spcBef>
              <a:spcAft>
                <a:spcPts val="0"/>
              </a:spcAft>
              <a:buClr>
                <a:schemeClr val="dk2"/>
              </a:buClr>
              <a:buSzPts val="1800"/>
              <a:buFont typeface="IBM Plex Sans"/>
              <a:buNone/>
              <a:defRPr sz="1800">
                <a:solidFill>
                  <a:schemeClr val="dk2"/>
                </a:solidFill>
              </a:defRPr>
            </a:lvl4pPr>
            <a:lvl5pPr lvl="4" algn="ctr">
              <a:spcBef>
                <a:spcPts val="0"/>
              </a:spcBef>
              <a:spcAft>
                <a:spcPts val="0"/>
              </a:spcAft>
              <a:buClr>
                <a:schemeClr val="dk2"/>
              </a:buClr>
              <a:buSzPts val="1800"/>
              <a:buFont typeface="IBM Plex Sans"/>
              <a:buNone/>
              <a:defRPr sz="1800">
                <a:solidFill>
                  <a:schemeClr val="dk2"/>
                </a:solidFill>
              </a:defRPr>
            </a:lvl5pPr>
            <a:lvl6pPr lvl="5" algn="ctr">
              <a:spcBef>
                <a:spcPts val="0"/>
              </a:spcBef>
              <a:spcAft>
                <a:spcPts val="0"/>
              </a:spcAft>
              <a:buClr>
                <a:schemeClr val="dk2"/>
              </a:buClr>
              <a:buSzPts val="1800"/>
              <a:buFont typeface="IBM Plex Sans"/>
              <a:buNone/>
              <a:defRPr sz="1800">
                <a:solidFill>
                  <a:schemeClr val="dk2"/>
                </a:solidFill>
              </a:defRPr>
            </a:lvl6pPr>
            <a:lvl7pPr lvl="6" algn="ctr">
              <a:spcBef>
                <a:spcPts val="0"/>
              </a:spcBef>
              <a:spcAft>
                <a:spcPts val="0"/>
              </a:spcAft>
              <a:buClr>
                <a:schemeClr val="dk2"/>
              </a:buClr>
              <a:buSzPts val="1800"/>
              <a:buFont typeface="IBM Plex Sans"/>
              <a:buNone/>
              <a:defRPr sz="1800">
                <a:solidFill>
                  <a:schemeClr val="dk2"/>
                </a:solidFill>
              </a:defRPr>
            </a:lvl7pPr>
            <a:lvl8pPr lvl="7" algn="ctr">
              <a:spcBef>
                <a:spcPts val="0"/>
              </a:spcBef>
              <a:spcAft>
                <a:spcPts val="0"/>
              </a:spcAft>
              <a:buClr>
                <a:schemeClr val="dk2"/>
              </a:buClr>
              <a:buSzPts val="1800"/>
              <a:buFont typeface="IBM Plex Sans"/>
              <a:buNone/>
              <a:defRPr sz="1800">
                <a:solidFill>
                  <a:schemeClr val="dk2"/>
                </a:solidFill>
              </a:defRPr>
            </a:lvl8pPr>
            <a:lvl9pPr lvl="8" algn="ctr">
              <a:spcBef>
                <a:spcPts val="0"/>
              </a:spcBef>
              <a:spcAft>
                <a:spcPts val="0"/>
              </a:spcAft>
              <a:buClr>
                <a:schemeClr val="dk2"/>
              </a:buClr>
              <a:buSzPts val="1800"/>
              <a:buFont typeface="IBM Plex Sans"/>
              <a:buNone/>
              <a:defRPr sz="1800">
                <a:solidFill>
                  <a:schemeClr val="dk2"/>
                </a:solidFill>
              </a:defRPr>
            </a:lvl9pPr>
          </a:lstStyle>
          <a:p>
            <a:endParaRPr/>
          </a:p>
        </p:txBody>
      </p:sp>
      <p:sp>
        <p:nvSpPr>
          <p:cNvPr id="793" name="Google Shape;793;p41"/>
          <p:cNvSpPr txBox="1">
            <a:spLocks noGrp="1"/>
          </p:cNvSpPr>
          <p:nvPr>
            <p:ph type="title" idx="17"/>
          </p:nvPr>
        </p:nvSpPr>
        <p:spPr>
          <a:xfrm>
            <a:off x="38100" y="319650"/>
            <a:ext cx="1827900" cy="520200"/>
          </a:xfrm>
          <a:prstGeom prst="rect">
            <a:avLst/>
          </a:prstGeom>
        </p:spPr>
        <p:txBody>
          <a:bodyPr spcFirstLastPara="1" wrap="square" lIns="182875" tIns="91425" rIns="91425" bIns="91425" anchor="t" anchorCtr="0">
            <a:noAutofit/>
          </a:bodyPr>
          <a:lstStyle>
            <a:lvl1pPr lvl="0">
              <a:spcBef>
                <a:spcPts val="0"/>
              </a:spcBef>
              <a:spcAft>
                <a:spcPts val="0"/>
              </a:spcAft>
              <a:buNone/>
              <a:defRPr sz="1600">
                <a:solidFill>
                  <a:schemeClr val="accent6"/>
                </a:solidFill>
                <a:latin typeface="IBM Plex Sans Medium"/>
                <a:ea typeface="IBM Plex Sans Medium"/>
                <a:cs typeface="IBM Plex Sans Medium"/>
                <a:sym typeface="IBM Plex Sans Medium"/>
              </a:defRPr>
            </a:lvl1pPr>
            <a:lvl2pPr lvl="1">
              <a:lnSpc>
                <a:spcPct val="115000"/>
              </a:lnSpc>
              <a:spcBef>
                <a:spcPts val="0"/>
              </a:spcBef>
              <a:spcAft>
                <a:spcPts val="0"/>
              </a:spcAft>
              <a:buNone/>
              <a:defRPr sz="1800">
                <a:solidFill>
                  <a:schemeClr val="accent6"/>
                </a:solidFill>
              </a:defRPr>
            </a:lvl2pPr>
            <a:lvl3pPr lvl="2">
              <a:lnSpc>
                <a:spcPct val="115000"/>
              </a:lnSpc>
              <a:spcBef>
                <a:spcPts val="0"/>
              </a:spcBef>
              <a:spcAft>
                <a:spcPts val="0"/>
              </a:spcAft>
              <a:buNone/>
              <a:defRPr sz="1800">
                <a:solidFill>
                  <a:schemeClr val="accent6"/>
                </a:solidFill>
              </a:defRPr>
            </a:lvl3pPr>
            <a:lvl4pPr lvl="3">
              <a:lnSpc>
                <a:spcPct val="115000"/>
              </a:lnSpc>
              <a:spcBef>
                <a:spcPts val="0"/>
              </a:spcBef>
              <a:spcAft>
                <a:spcPts val="0"/>
              </a:spcAft>
              <a:buNone/>
              <a:defRPr sz="1800">
                <a:solidFill>
                  <a:schemeClr val="accent6"/>
                </a:solidFill>
              </a:defRPr>
            </a:lvl4pPr>
            <a:lvl5pPr lvl="4">
              <a:lnSpc>
                <a:spcPct val="115000"/>
              </a:lnSpc>
              <a:spcBef>
                <a:spcPts val="0"/>
              </a:spcBef>
              <a:spcAft>
                <a:spcPts val="0"/>
              </a:spcAft>
              <a:buNone/>
              <a:defRPr sz="1800">
                <a:solidFill>
                  <a:schemeClr val="accent6"/>
                </a:solidFill>
              </a:defRPr>
            </a:lvl5pPr>
            <a:lvl6pPr lvl="5">
              <a:lnSpc>
                <a:spcPct val="115000"/>
              </a:lnSpc>
              <a:spcBef>
                <a:spcPts val="0"/>
              </a:spcBef>
              <a:spcAft>
                <a:spcPts val="0"/>
              </a:spcAft>
              <a:buNone/>
              <a:defRPr sz="1800">
                <a:solidFill>
                  <a:schemeClr val="accent6"/>
                </a:solidFill>
              </a:defRPr>
            </a:lvl6pPr>
            <a:lvl7pPr lvl="6">
              <a:lnSpc>
                <a:spcPct val="115000"/>
              </a:lnSpc>
              <a:spcBef>
                <a:spcPts val="0"/>
              </a:spcBef>
              <a:spcAft>
                <a:spcPts val="0"/>
              </a:spcAft>
              <a:buNone/>
              <a:defRPr sz="1800">
                <a:solidFill>
                  <a:schemeClr val="accent6"/>
                </a:solidFill>
              </a:defRPr>
            </a:lvl7pPr>
            <a:lvl8pPr lvl="7">
              <a:lnSpc>
                <a:spcPct val="115000"/>
              </a:lnSpc>
              <a:spcBef>
                <a:spcPts val="0"/>
              </a:spcBef>
              <a:spcAft>
                <a:spcPts val="0"/>
              </a:spcAft>
              <a:buNone/>
              <a:defRPr sz="1800">
                <a:solidFill>
                  <a:schemeClr val="accent6"/>
                </a:solidFill>
              </a:defRPr>
            </a:lvl8pPr>
            <a:lvl9pPr lvl="8">
              <a:lnSpc>
                <a:spcPct val="115000"/>
              </a:lnSpc>
              <a:spcBef>
                <a:spcPts val="0"/>
              </a:spcBef>
              <a:spcAft>
                <a:spcPts val="0"/>
              </a:spcAft>
              <a:buNone/>
              <a:defRPr sz="1800">
                <a:solidFill>
                  <a:schemeClr val="accent6"/>
                </a:solidFill>
              </a:defRPr>
            </a:lvl9pPr>
          </a:lstStyle>
          <a:p>
            <a:endParaRPr/>
          </a:p>
        </p:txBody>
      </p:sp>
      <p:sp>
        <p:nvSpPr>
          <p:cNvPr id="794" name="Google Shape;794;p41"/>
          <p:cNvSpPr txBox="1">
            <a:spLocks noGrp="1"/>
          </p:cNvSpPr>
          <p:nvPr>
            <p:ph type="title" idx="18"/>
          </p:nvPr>
        </p:nvSpPr>
        <p:spPr>
          <a:xfrm>
            <a:off x="228600" y="4774929"/>
            <a:ext cx="1939200" cy="189300"/>
          </a:xfrm>
          <a:prstGeom prst="rect">
            <a:avLst/>
          </a:prstGeom>
        </p:spPr>
        <p:txBody>
          <a:bodyPr spcFirstLastPara="1" wrap="square" lIns="0" tIns="0" rIns="0" bIns="0"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Tree>
  </p:cSld>
  <p:clrMapOvr>
    <a:masterClrMapping/>
  </p:clrMapOvr>
  <p:extLst>
    <p:ext uri="{DCECCB84-F9BA-43D5-87BE-67443E8EF086}">
      <p15:sldGuideLst xmlns:p15="http://schemas.microsoft.com/office/powerpoint/2012/main">
        <p15:guide id="1" pos="4611">
          <p15:clr>
            <a:srgbClr val="E46962"/>
          </p15:clr>
        </p15:guide>
        <p15:guide id="2" pos="3431">
          <p15:clr>
            <a:srgbClr val="E46962"/>
          </p15:clr>
        </p15:guide>
        <p15:guide id="3" pos="2262">
          <p15:clr>
            <a:srgbClr val="E46962"/>
          </p15:clr>
        </p15:guide>
        <p15:guide id="4" pos="1173">
          <p15:clr>
            <a:srgbClr val="E46962"/>
          </p15:clr>
        </p15:guide>
        <p15:guide id="5" pos="1408">
          <p15:clr>
            <a:srgbClr val="E46962"/>
          </p15:clr>
        </p15:guide>
        <p15:guide id="6" pos="1175">
          <p15:clr>
            <a:srgbClr val="E46962"/>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hree images with caption">
  <p:cSld name="BLANK_1_1_1_1_1_1_1_1_1_1_1_1_1_1_1_1_1_1_2">
    <p:bg>
      <p:bgPr>
        <a:solidFill>
          <a:schemeClr val="lt1"/>
        </a:solidFill>
        <a:effectLst/>
      </p:bgPr>
    </p:bg>
    <p:spTree>
      <p:nvGrpSpPr>
        <p:cNvPr id="1" name="Shape 795"/>
        <p:cNvGrpSpPr/>
        <p:nvPr/>
      </p:nvGrpSpPr>
      <p:grpSpPr>
        <a:xfrm>
          <a:off x="0" y="0"/>
          <a:ext cx="0" cy="0"/>
          <a:chOff x="0" y="0"/>
          <a:chExt cx="0" cy="0"/>
        </a:xfrm>
      </p:grpSpPr>
      <p:sp>
        <p:nvSpPr>
          <p:cNvPr id="796" name="Google Shape;796;p42"/>
          <p:cNvSpPr txBox="1">
            <a:spLocks noGrp="1"/>
          </p:cNvSpPr>
          <p:nvPr>
            <p:ph type="title"/>
          </p:nvPr>
        </p:nvSpPr>
        <p:spPr>
          <a:xfrm>
            <a:off x="38100" y="397750"/>
            <a:ext cx="1948200" cy="189300"/>
          </a:xfrm>
          <a:prstGeom prst="rect">
            <a:avLst/>
          </a:prstGeom>
        </p:spPr>
        <p:txBody>
          <a:bodyPr spcFirstLastPara="1" wrap="square" lIns="182875" tIns="91425" rIns="91425" bIns="91425" anchor="t" anchorCtr="0">
            <a:noAutofit/>
          </a:bodyPr>
          <a:lstStyle>
            <a:lvl1pPr lvl="0">
              <a:lnSpc>
                <a:spcPct val="70000"/>
              </a:lnSpc>
              <a:spcBef>
                <a:spcPts val="0"/>
              </a:spcBef>
              <a:spcAft>
                <a:spcPts val="0"/>
              </a:spcAft>
              <a:buNone/>
              <a:defRPr sz="1200">
                <a:solidFill>
                  <a:schemeClr val="dk2"/>
                </a:solidFill>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grpSp>
        <p:nvGrpSpPr>
          <p:cNvPr id="797" name="Google Shape;797;p42"/>
          <p:cNvGrpSpPr/>
          <p:nvPr/>
        </p:nvGrpSpPr>
        <p:grpSpPr>
          <a:xfrm rot="10800000">
            <a:off x="5657179" y="-1"/>
            <a:ext cx="3486840" cy="2906092"/>
            <a:chOff x="312900" y="2793625"/>
            <a:chExt cx="2221200" cy="1851250"/>
          </a:xfrm>
        </p:grpSpPr>
        <p:grpSp>
          <p:nvGrpSpPr>
            <p:cNvPr id="798" name="Google Shape;798;p42"/>
            <p:cNvGrpSpPr/>
            <p:nvPr/>
          </p:nvGrpSpPr>
          <p:grpSpPr>
            <a:xfrm>
              <a:off x="312900" y="2793625"/>
              <a:ext cx="1851000" cy="1851250"/>
              <a:chOff x="461225" y="3249175"/>
              <a:chExt cx="1851000" cy="1851250"/>
            </a:xfrm>
          </p:grpSpPr>
          <p:grpSp>
            <p:nvGrpSpPr>
              <p:cNvPr id="799" name="Google Shape;799;p42"/>
              <p:cNvGrpSpPr/>
              <p:nvPr/>
            </p:nvGrpSpPr>
            <p:grpSpPr>
              <a:xfrm>
                <a:off x="461225" y="3249175"/>
                <a:ext cx="1851000" cy="370200"/>
                <a:chOff x="461225" y="3249175"/>
                <a:chExt cx="1851000" cy="370200"/>
              </a:xfrm>
            </p:grpSpPr>
            <p:sp>
              <p:nvSpPr>
                <p:cNvPr id="800" name="Google Shape;800;p42"/>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01" name="Google Shape;801;p42"/>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02" name="Google Shape;802;p42"/>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03" name="Google Shape;803;p42"/>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804" name="Google Shape;804;p42"/>
              <p:cNvGrpSpPr/>
              <p:nvPr/>
            </p:nvGrpSpPr>
            <p:grpSpPr>
              <a:xfrm>
                <a:off x="461225" y="3619500"/>
                <a:ext cx="1851000" cy="370200"/>
                <a:chOff x="461225" y="3249175"/>
                <a:chExt cx="1851000" cy="370200"/>
              </a:xfrm>
            </p:grpSpPr>
            <p:sp>
              <p:nvSpPr>
                <p:cNvPr id="805" name="Google Shape;805;p42"/>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06" name="Google Shape;806;p42"/>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07" name="Google Shape;807;p42"/>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08" name="Google Shape;808;p42"/>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09" name="Google Shape;809;p42"/>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810" name="Google Shape;810;p42"/>
              <p:cNvGrpSpPr/>
              <p:nvPr/>
            </p:nvGrpSpPr>
            <p:grpSpPr>
              <a:xfrm>
                <a:off x="461225" y="3989700"/>
                <a:ext cx="1480800" cy="1110725"/>
                <a:chOff x="461225" y="3249175"/>
                <a:chExt cx="1480800" cy="1110725"/>
              </a:xfrm>
            </p:grpSpPr>
            <p:sp>
              <p:nvSpPr>
                <p:cNvPr id="811" name="Google Shape;811;p42"/>
                <p:cNvSpPr/>
                <p:nvPr/>
              </p:nvSpPr>
              <p:spPr>
                <a:xfrm>
                  <a:off x="4612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12" name="Google Shape;812;p42"/>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13" name="Google Shape;813;p42"/>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14" name="Google Shape;814;p42"/>
                <p:cNvSpPr/>
                <p:nvPr/>
              </p:nvSpPr>
              <p:spPr>
                <a:xfrm>
                  <a:off x="1201625" y="3989700"/>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nvGrpSpPr>
              <p:cNvPr id="815" name="Google Shape;815;p42"/>
              <p:cNvGrpSpPr/>
              <p:nvPr/>
            </p:nvGrpSpPr>
            <p:grpSpPr>
              <a:xfrm>
                <a:off x="831425" y="4360025"/>
                <a:ext cx="1480800" cy="370200"/>
                <a:chOff x="831425" y="3249175"/>
                <a:chExt cx="1480800" cy="370200"/>
              </a:xfrm>
            </p:grpSpPr>
            <p:sp>
              <p:nvSpPr>
                <p:cNvPr id="816" name="Google Shape;816;p42"/>
                <p:cNvSpPr/>
                <p:nvPr/>
              </p:nvSpPr>
              <p:spPr>
                <a:xfrm>
                  <a:off x="8314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17" name="Google Shape;817;p42"/>
                <p:cNvSpPr/>
                <p:nvPr/>
              </p:nvSpPr>
              <p:spPr>
                <a:xfrm>
                  <a:off x="12016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18" name="Google Shape;818;p42"/>
                <p:cNvSpPr/>
                <p:nvPr/>
              </p:nvSpPr>
              <p:spPr>
                <a:xfrm>
                  <a:off x="15718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sp>
              <p:nvSpPr>
                <p:cNvPr id="819" name="Google Shape;819;p42"/>
                <p:cNvSpPr/>
                <p:nvPr/>
              </p:nvSpPr>
              <p:spPr>
                <a:xfrm>
                  <a:off x="1942025" y="324917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grpSp>
        <p:sp>
          <p:nvSpPr>
            <p:cNvPr id="820" name="Google Shape;820;p42"/>
            <p:cNvSpPr/>
            <p:nvPr/>
          </p:nvSpPr>
          <p:spPr>
            <a:xfrm>
              <a:off x="2163900" y="2793625"/>
              <a:ext cx="370200" cy="370200"/>
            </a:xfrm>
            <a:prstGeom prst="rect">
              <a:avLst/>
            </a:prstGeom>
            <a:noFill/>
            <a:ln w="9525" cap="flat" cmpd="sng">
              <a:solidFill>
                <a:schemeClr val="accent5"/>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Sora"/>
                <a:ea typeface="Sora"/>
                <a:cs typeface="Sora"/>
                <a:sym typeface="Sora"/>
              </a:endParaRPr>
            </a:p>
          </p:txBody>
        </p:sp>
      </p:grpSp>
      <p:sp>
        <p:nvSpPr>
          <p:cNvPr id="821" name="Google Shape;821;p42"/>
          <p:cNvSpPr>
            <a:spLocks noGrp="1"/>
          </p:cNvSpPr>
          <p:nvPr>
            <p:ph type="pic" idx="2"/>
          </p:nvPr>
        </p:nvSpPr>
        <p:spPr>
          <a:xfrm>
            <a:off x="1200750" y="984738"/>
            <a:ext cx="1649400" cy="1649400"/>
          </a:xfrm>
          <a:prstGeom prst="ellipse">
            <a:avLst/>
          </a:prstGeom>
          <a:noFill/>
          <a:ln>
            <a:noFill/>
          </a:ln>
        </p:spPr>
      </p:sp>
      <p:sp>
        <p:nvSpPr>
          <p:cNvPr id="822" name="Google Shape;822;p42"/>
          <p:cNvSpPr>
            <a:spLocks noGrp="1"/>
          </p:cNvSpPr>
          <p:nvPr>
            <p:ph type="pic" idx="3"/>
          </p:nvPr>
        </p:nvSpPr>
        <p:spPr>
          <a:xfrm>
            <a:off x="3747300" y="921988"/>
            <a:ext cx="1649400" cy="1649400"/>
          </a:xfrm>
          <a:prstGeom prst="ellipse">
            <a:avLst/>
          </a:prstGeom>
          <a:noFill/>
          <a:ln>
            <a:noFill/>
          </a:ln>
        </p:spPr>
      </p:sp>
      <p:sp>
        <p:nvSpPr>
          <p:cNvPr id="823" name="Google Shape;823;p42"/>
          <p:cNvSpPr>
            <a:spLocks noGrp="1"/>
          </p:cNvSpPr>
          <p:nvPr>
            <p:ph type="pic" idx="4"/>
          </p:nvPr>
        </p:nvSpPr>
        <p:spPr>
          <a:xfrm>
            <a:off x="6080650" y="941438"/>
            <a:ext cx="1649400" cy="1649400"/>
          </a:xfrm>
          <a:prstGeom prst="ellipse">
            <a:avLst/>
          </a:prstGeom>
          <a:noFill/>
          <a:ln>
            <a:noFill/>
          </a:ln>
        </p:spPr>
      </p:sp>
      <p:sp>
        <p:nvSpPr>
          <p:cNvPr id="824" name="Google Shape;824;p42"/>
          <p:cNvSpPr txBox="1">
            <a:spLocks noGrp="1"/>
          </p:cNvSpPr>
          <p:nvPr>
            <p:ph type="subTitle" idx="1"/>
          </p:nvPr>
        </p:nvSpPr>
        <p:spPr>
          <a:xfrm>
            <a:off x="947750" y="3353900"/>
            <a:ext cx="2086800" cy="13476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825" name="Google Shape;825;p42"/>
          <p:cNvSpPr txBox="1">
            <a:spLocks noGrp="1"/>
          </p:cNvSpPr>
          <p:nvPr>
            <p:ph type="title" idx="5"/>
          </p:nvPr>
        </p:nvSpPr>
        <p:spPr>
          <a:xfrm>
            <a:off x="1111850" y="3061625"/>
            <a:ext cx="1758600" cy="273300"/>
          </a:xfrm>
          <a:prstGeom prst="rect">
            <a:avLst/>
          </a:prstGeom>
        </p:spPr>
        <p:txBody>
          <a:bodyPr spcFirstLastPara="1" wrap="square" lIns="91425" tIns="91425" rIns="91425" bIns="91425" anchor="b" anchorCtr="0">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826" name="Google Shape;826;p42"/>
          <p:cNvSpPr txBox="1">
            <a:spLocks noGrp="1"/>
          </p:cNvSpPr>
          <p:nvPr>
            <p:ph type="subTitle" idx="6"/>
          </p:nvPr>
        </p:nvSpPr>
        <p:spPr>
          <a:xfrm>
            <a:off x="3528600" y="3353900"/>
            <a:ext cx="2086800" cy="13476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827" name="Google Shape;827;p42"/>
          <p:cNvSpPr txBox="1">
            <a:spLocks noGrp="1"/>
          </p:cNvSpPr>
          <p:nvPr>
            <p:ph type="title" idx="7"/>
          </p:nvPr>
        </p:nvSpPr>
        <p:spPr>
          <a:xfrm>
            <a:off x="3692700" y="3061625"/>
            <a:ext cx="1758600" cy="273300"/>
          </a:xfrm>
          <a:prstGeom prst="rect">
            <a:avLst/>
          </a:prstGeom>
        </p:spPr>
        <p:txBody>
          <a:bodyPr spcFirstLastPara="1" wrap="square" lIns="91425" tIns="91425" rIns="91425" bIns="91425" anchor="b" anchorCtr="0">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828" name="Google Shape;828;p42"/>
          <p:cNvSpPr txBox="1">
            <a:spLocks noGrp="1"/>
          </p:cNvSpPr>
          <p:nvPr>
            <p:ph type="subTitle" idx="8"/>
          </p:nvPr>
        </p:nvSpPr>
        <p:spPr>
          <a:xfrm>
            <a:off x="5861950" y="3353900"/>
            <a:ext cx="2086800" cy="1347600"/>
          </a:xfrm>
          <a:prstGeom prst="rect">
            <a:avLst/>
          </a:prstGeom>
        </p:spPr>
        <p:txBody>
          <a:bodyPr spcFirstLastPara="1" wrap="square" lIns="91425" tIns="91425" rIns="91425" bIns="91425" anchor="t" anchorCtr="0">
            <a:noAutofit/>
          </a:bodyPr>
          <a:lstStyle>
            <a:lvl1pPr lvl="0" algn="ctr">
              <a:lnSpc>
                <a:spcPct val="115000"/>
              </a:lnSpc>
              <a:spcBef>
                <a:spcPts val="0"/>
              </a:spcBef>
              <a:spcAft>
                <a:spcPts val="0"/>
              </a:spcAft>
              <a:buNone/>
              <a:defRPr sz="1000">
                <a:solidFill>
                  <a:schemeClr val="dk2"/>
                </a:solidFill>
                <a:latin typeface="Sora ExtraLight"/>
                <a:ea typeface="Sora ExtraLight"/>
                <a:cs typeface="Sora ExtraLight"/>
                <a:sym typeface="Sora ExtraLight"/>
              </a:defRPr>
            </a:lvl1pPr>
            <a:lvl2pPr lvl="1">
              <a:spcBef>
                <a:spcPts val="0"/>
              </a:spcBef>
              <a:spcAft>
                <a:spcPts val="0"/>
              </a:spcAft>
              <a:buClr>
                <a:schemeClr val="dk2"/>
              </a:buClr>
              <a:buSzPts val="1400"/>
              <a:buNone/>
              <a:defRPr>
                <a:solidFill>
                  <a:schemeClr val="dk2"/>
                </a:solidFill>
              </a:defRPr>
            </a:lvl2pPr>
            <a:lvl3pPr lvl="2">
              <a:spcBef>
                <a:spcPts val="0"/>
              </a:spcBef>
              <a:spcAft>
                <a:spcPts val="0"/>
              </a:spcAft>
              <a:buClr>
                <a:schemeClr val="dk2"/>
              </a:buClr>
              <a:buSzPts val="1400"/>
              <a:buNone/>
              <a:defRPr>
                <a:solidFill>
                  <a:schemeClr val="dk2"/>
                </a:solidFill>
              </a:defRPr>
            </a:lvl3pPr>
            <a:lvl4pPr lvl="3">
              <a:spcBef>
                <a:spcPts val="0"/>
              </a:spcBef>
              <a:spcAft>
                <a:spcPts val="0"/>
              </a:spcAft>
              <a:buClr>
                <a:schemeClr val="dk2"/>
              </a:buClr>
              <a:buSzPts val="1400"/>
              <a:buNone/>
              <a:defRPr>
                <a:solidFill>
                  <a:schemeClr val="dk2"/>
                </a:solidFill>
              </a:defRPr>
            </a:lvl4pPr>
            <a:lvl5pPr lvl="4">
              <a:spcBef>
                <a:spcPts val="0"/>
              </a:spcBef>
              <a:spcAft>
                <a:spcPts val="0"/>
              </a:spcAft>
              <a:buClr>
                <a:schemeClr val="dk2"/>
              </a:buClr>
              <a:buSzPts val="1400"/>
              <a:buNone/>
              <a:defRPr>
                <a:solidFill>
                  <a:schemeClr val="dk2"/>
                </a:solidFill>
              </a:defRPr>
            </a:lvl5pPr>
            <a:lvl6pPr lvl="5">
              <a:spcBef>
                <a:spcPts val="0"/>
              </a:spcBef>
              <a:spcAft>
                <a:spcPts val="0"/>
              </a:spcAft>
              <a:buClr>
                <a:schemeClr val="dk2"/>
              </a:buClr>
              <a:buSzPts val="1400"/>
              <a:buNone/>
              <a:defRPr>
                <a:solidFill>
                  <a:schemeClr val="dk2"/>
                </a:solidFill>
              </a:defRPr>
            </a:lvl6pPr>
            <a:lvl7pPr lvl="6">
              <a:spcBef>
                <a:spcPts val="0"/>
              </a:spcBef>
              <a:spcAft>
                <a:spcPts val="0"/>
              </a:spcAft>
              <a:buClr>
                <a:schemeClr val="dk2"/>
              </a:buClr>
              <a:buSzPts val="1400"/>
              <a:buNone/>
              <a:defRPr>
                <a:solidFill>
                  <a:schemeClr val="dk2"/>
                </a:solidFill>
              </a:defRPr>
            </a:lvl7pPr>
            <a:lvl8pPr lvl="7">
              <a:spcBef>
                <a:spcPts val="0"/>
              </a:spcBef>
              <a:spcAft>
                <a:spcPts val="0"/>
              </a:spcAft>
              <a:buClr>
                <a:schemeClr val="dk2"/>
              </a:buClr>
              <a:buSzPts val="1400"/>
              <a:buNone/>
              <a:defRPr>
                <a:solidFill>
                  <a:schemeClr val="dk2"/>
                </a:solidFill>
              </a:defRPr>
            </a:lvl8pPr>
            <a:lvl9pPr lvl="8">
              <a:spcBef>
                <a:spcPts val="0"/>
              </a:spcBef>
              <a:spcAft>
                <a:spcPts val="0"/>
              </a:spcAft>
              <a:buClr>
                <a:schemeClr val="dk2"/>
              </a:buClr>
              <a:buSzPts val="1400"/>
              <a:buNone/>
              <a:defRPr>
                <a:solidFill>
                  <a:schemeClr val="dk2"/>
                </a:solidFill>
              </a:defRPr>
            </a:lvl9pPr>
          </a:lstStyle>
          <a:p>
            <a:endParaRPr/>
          </a:p>
        </p:txBody>
      </p:sp>
      <p:sp>
        <p:nvSpPr>
          <p:cNvPr id="829" name="Google Shape;829;p42"/>
          <p:cNvSpPr txBox="1">
            <a:spLocks noGrp="1"/>
          </p:cNvSpPr>
          <p:nvPr>
            <p:ph type="title" idx="9"/>
          </p:nvPr>
        </p:nvSpPr>
        <p:spPr>
          <a:xfrm>
            <a:off x="6026050" y="3061625"/>
            <a:ext cx="1758600" cy="273300"/>
          </a:xfrm>
          <a:prstGeom prst="rect">
            <a:avLst/>
          </a:prstGeom>
        </p:spPr>
        <p:txBody>
          <a:bodyPr spcFirstLastPara="1" wrap="square" lIns="91425" tIns="91425" rIns="91425" bIns="91425" anchor="b" anchorCtr="0">
            <a:noAutofit/>
          </a:bodyPr>
          <a:lstStyle>
            <a:lvl1pPr lvl="0" algn="ctr">
              <a:lnSpc>
                <a:spcPct val="115000"/>
              </a:lnSpc>
              <a:spcBef>
                <a:spcPts val="0"/>
              </a:spcBef>
              <a:spcAft>
                <a:spcPts val="0"/>
              </a:spcAft>
              <a:buNone/>
              <a:defRPr sz="1200">
                <a:solidFill>
                  <a:schemeClr val="dk2"/>
                </a:solidFill>
                <a:latin typeface="IBM Plex Sans Medium"/>
                <a:ea typeface="IBM Plex Sans Medium"/>
                <a:cs typeface="IBM Plex Sans Medium"/>
                <a:sym typeface="IBM Plex Sans Medium"/>
              </a:defRPr>
            </a:lvl1pPr>
            <a:lvl2pPr lvl="1">
              <a:spcBef>
                <a:spcPts val="0"/>
              </a:spcBef>
              <a:spcAft>
                <a:spcPts val="0"/>
              </a:spcAft>
              <a:buClr>
                <a:schemeClr val="dk2"/>
              </a:buClr>
              <a:buSzPts val="3000"/>
              <a:buNone/>
              <a:defRPr>
                <a:solidFill>
                  <a:schemeClr val="dk2"/>
                </a:solidFill>
              </a:defRPr>
            </a:lvl2pPr>
            <a:lvl3pPr lvl="2">
              <a:spcBef>
                <a:spcPts val="0"/>
              </a:spcBef>
              <a:spcAft>
                <a:spcPts val="0"/>
              </a:spcAft>
              <a:buClr>
                <a:schemeClr val="dk2"/>
              </a:buClr>
              <a:buSzPts val="3000"/>
              <a:buNone/>
              <a:defRPr>
                <a:solidFill>
                  <a:schemeClr val="dk2"/>
                </a:solidFill>
              </a:defRPr>
            </a:lvl3pPr>
            <a:lvl4pPr lvl="3">
              <a:spcBef>
                <a:spcPts val="0"/>
              </a:spcBef>
              <a:spcAft>
                <a:spcPts val="0"/>
              </a:spcAft>
              <a:buClr>
                <a:schemeClr val="dk2"/>
              </a:buClr>
              <a:buSzPts val="3000"/>
              <a:buNone/>
              <a:defRPr>
                <a:solidFill>
                  <a:schemeClr val="dk2"/>
                </a:solidFill>
              </a:defRPr>
            </a:lvl4pPr>
            <a:lvl5pPr lvl="4">
              <a:spcBef>
                <a:spcPts val="0"/>
              </a:spcBef>
              <a:spcAft>
                <a:spcPts val="0"/>
              </a:spcAft>
              <a:buClr>
                <a:schemeClr val="dk2"/>
              </a:buClr>
              <a:buSzPts val="3000"/>
              <a:buNone/>
              <a:defRPr>
                <a:solidFill>
                  <a:schemeClr val="dk2"/>
                </a:solidFill>
              </a:defRPr>
            </a:lvl5pPr>
            <a:lvl6pPr lvl="5">
              <a:spcBef>
                <a:spcPts val="0"/>
              </a:spcBef>
              <a:spcAft>
                <a:spcPts val="0"/>
              </a:spcAft>
              <a:buClr>
                <a:schemeClr val="dk2"/>
              </a:buClr>
              <a:buSzPts val="3000"/>
              <a:buNone/>
              <a:defRPr>
                <a:solidFill>
                  <a:schemeClr val="dk2"/>
                </a:solidFill>
              </a:defRPr>
            </a:lvl6pPr>
            <a:lvl7pPr lvl="6">
              <a:spcBef>
                <a:spcPts val="0"/>
              </a:spcBef>
              <a:spcAft>
                <a:spcPts val="0"/>
              </a:spcAft>
              <a:buClr>
                <a:schemeClr val="dk2"/>
              </a:buClr>
              <a:buSzPts val="3000"/>
              <a:buNone/>
              <a:defRPr>
                <a:solidFill>
                  <a:schemeClr val="dk2"/>
                </a:solidFill>
              </a:defRPr>
            </a:lvl7pPr>
            <a:lvl8pPr lvl="7">
              <a:spcBef>
                <a:spcPts val="0"/>
              </a:spcBef>
              <a:spcAft>
                <a:spcPts val="0"/>
              </a:spcAft>
              <a:buClr>
                <a:schemeClr val="dk2"/>
              </a:buClr>
              <a:buSzPts val="3000"/>
              <a:buNone/>
              <a:defRPr>
                <a:solidFill>
                  <a:schemeClr val="dk2"/>
                </a:solidFill>
              </a:defRPr>
            </a:lvl8pPr>
            <a:lvl9pPr lvl="8">
              <a:spcBef>
                <a:spcPts val="0"/>
              </a:spcBef>
              <a:spcAft>
                <a:spcPts val="0"/>
              </a:spcAft>
              <a:buClr>
                <a:schemeClr val="dk2"/>
              </a:buClr>
              <a:buSzPts val="3000"/>
              <a:buNone/>
              <a:defRPr>
                <a:solidFill>
                  <a:schemeClr val="dk2"/>
                </a:solidFill>
              </a:defRPr>
            </a:lvl9pPr>
          </a:lstStyle>
          <a:p>
            <a:endParaRPr/>
          </a:p>
        </p:txBody>
      </p:sp>
      <p:sp>
        <p:nvSpPr>
          <p:cNvPr id="830" name="Google Shape;830;p42"/>
          <p:cNvSpPr txBox="1">
            <a:spLocks noGrp="1"/>
          </p:cNvSpPr>
          <p:nvPr>
            <p:ph type="title" idx="13"/>
          </p:nvPr>
        </p:nvSpPr>
        <p:spPr>
          <a:xfrm>
            <a:off x="38100" y="93150"/>
            <a:ext cx="1583400" cy="189300"/>
          </a:xfrm>
          <a:prstGeom prst="rect">
            <a:avLst/>
          </a:prstGeom>
        </p:spPr>
        <p:txBody>
          <a:bodyPr spcFirstLastPara="1" wrap="square" lIns="182875" tIns="91425" rIns="91425" bIns="91425" anchor="t"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a:ea typeface="Sora"/>
                <a:cs typeface="Sora"/>
                <a:sym typeface="Sora"/>
              </a:defRPr>
            </a:lvl2pPr>
            <a:lvl3pPr lvl="2">
              <a:spcBef>
                <a:spcPts val="0"/>
              </a:spcBef>
              <a:spcAft>
                <a:spcPts val="0"/>
              </a:spcAft>
              <a:buClr>
                <a:schemeClr val="dk2"/>
              </a:buClr>
              <a:buSzPts val="900"/>
              <a:buFont typeface="Sora"/>
              <a:buNone/>
              <a:defRPr sz="900">
                <a:solidFill>
                  <a:schemeClr val="dk2"/>
                </a:solidFill>
                <a:latin typeface="Sora"/>
                <a:ea typeface="Sora"/>
                <a:cs typeface="Sora"/>
                <a:sym typeface="Sora"/>
              </a:defRPr>
            </a:lvl3pPr>
            <a:lvl4pPr lvl="3">
              <a:spcBef>
                <a:spcPts val="0"/>
              </a:spcBef>
              <a:spcAft>
                <a:spcPts val="0"/>
              </a:spcAft>
              <a:buClr>
                <a:schemeClr val="dk2"/>
              </a:buClr>
              <a:buSzPts val="900"/>
              <a:buFont typeface="Sora"/>
              <a:buNone/>
              <a:defRPr sz="900">
                <a:solidFill>
                  <a:schemeClr val="dk2"/>
                </a:solidFill>
                <a:latin typeface="Sora"/>
                <a:ea typeface="Sora"/>
                <a:cs typeface="Sora"/>
                <a:sym typeface="Sora"/>
              </a:defRPr>
            </a:lvl4pPr>
            <a:lvl5pPr lvl="4">
              <a:spcBef>
                <a:spcPts val="0"/>
              </a:spcBef>
              <a:spcAft>
                <a:spcPts val="0"/>
              </a:spcAft>
              <a:buClr>
                <a:schemeClr val="dk2"/>
              </a:buClr>
              <a:buSzPts val="900"/>
              <a:buFont typeface="Sora"/>
              <a:buNone/>
              <a:defRPr sz="900">
                <a:solidFill>
                  <a:schemeClr val="dk2"/>
                </a:solidFill>
                <a:latin typeface="Sora"/>
                <a:ea typeface="Sora"/>
                <a:cs typeface="Sora"/>
                <a:sym typeface="Sora"/>
              </a:defRPr>
            </a:lvl5pPr>
            <a:lvl6pPr lvl="5">
              <a:spcBef>
                <a:spcPts val="0"/>
              </a:spcBef>
              <a:spcAft>
                <a:spcPts val="0"/>
              </a:spcAft>
              <a:buClr>
                <a:schemeClr val="dk2"/>
              </a:buClr>
              <a:buSzPts val="900"/>
              <a:buFont typeface="Sora"/>
              <a:buNone/>
              <a:defRPr sz="900">
                <a:solidFill>
                  <a:schemeClr val="dk2"/>
                </a:solidFill>
                <a:latin typeface="Sora"/>
                <a:ea typeface="Sora"/>
                <a:cs typeface="Sora"/>
                <a:sym typeface="Sora"/>
              </a:defRPr>
            </a:lvl6pPr>
            <a:lvl7pPr lvl="6">
              <a:spcBef>
                <a:spcPts val="0"/>
              </a:spcBef>
              <a:spcAft>
                <a:spcPts val="0"/>
              </a:spcAft>
              <a:buClr>
                <a:schemeClr val="dk2"/>
              </a:buClr>
              <a:buSzPts val="900"/>
              <a:buFont typeface="Sora"/>
              <a:buNone/>
              <a:defRPr sz="900">
                <a:solidFill>
                  <a:schemeClr val="dk2"/>
                </a:solidFill>
                <a:latin typeface="Sora"/>
                <a:ea typeface="Sora"/>
                <a:cs typeface="Sora"/>
                <a:sym typeface="Sora"/>
              </a:defRPr>
            </a:lvl7pPr>
            <a:lvl8pPr lvl="7">
              <a:spcBef>
                <a:spcPts val="0"/>
              </a:spcBef>
              <a:spcAft>
                <a:spcPts val="0"/>
              </a:spcAft>
              <a:buClr>
                <a:schemeClr val="dk2"/>
              </a:buClr>
              <a:buSzPts val="900"/>
              <a:buFont typeface="Sora"/>
              <a:buNone/>
              <a:defRPr sz="900">
                <a:solidFill>
                  <a:schemeClr val="dk2"/>
                </a:solidFill>
                <a:latin typeface="Sora"/>
                <a:ea typeface="Sora"/>
                <a:cs typeface="Sora"/>
                <a:sym typeface="Sora"/>
              </a:defRPr>
            </a:lvl8pPr>
            <a:lvl9pPr lvl="8">
              <a:spcBef>
                <a:spcPts val="0"/>
              </a:spcBef>
              <a:spcAft>
                <a:spcPts val="0"/>
              </a:spcAft>
              <a:buClr>
                <a:schemeClr val="dk2"/>
              </a:buClr>
              <a:buSzPts val="900"/>
              <a:buFont typeface="Sora"/>
              <a:buNone/>
              <a:defRPr sz="900">
                <a:solidFill>
                  <a:schemeClr val="dk2"/>
                </a:solidFill>
                <a:latin typeface="Sora"/>
                <a:ea typeface="Sora"/>
                <a:cs typeface="Sora"/>
                <a:sym typeface="Sora"/>
              </a:defRPr>
            </a:lvl9pPr>
          </a:lstStyle>
          <a:p>
            <a:endParaRPr/>
          </a:p>
        </p:txBody>
      </p:sp>
      <p:sp>
        <p:nvSpPr>
          <p:cNvPr id="831" name="Google Shape;831;p42"/>
          <p:cNvSpPr txBox="1">
            <a:spLocks noGrp="1"/>
          </p:cNvSpPr>
          <p:nvPr>
            <p:ph type="title" idx="14"/>
          </p:nvPr>
        </p:nvSpPr>
        <p:spPr>
          <a:xfrm>
            <a:off x="228600" y="4774929"/>
            <a:ext cx="1939200" cy="189300"/>
          </a:xfrm>
          <a:prstGeom prst="rect">
            <a:avLst/>
          </a:prstGeom>
        </p:spPr>
        <p:txBody>
          <a:bodyPr spcFirstLastPara="1" wrap="square" lIns="0" tIns="0" rIns="0" bIns="0" anchor="ctr" anchorCtr="0">
            <a:noAutofit/>
          </a:bodyPr>
          <a:lstStyle>
            <a:lvl1pPr lvl="0">
              <a:spcBef>
                <a:spcPts val="0"/>
              </a:spcBef>
              <a:spcAft>
                <a:spcPts val="0"/>
              </a:spcAft>
              <a:buNone/>
              <a:defRPr sz="900">
                <a:solidFill>
                  <a:schemeClr val="dk2"/>
                </a:solidFill>
                <a:latin typeface="Sora"/>
                <a:ea typeface="Sora"/>
                <a:cs typeface="Sora"/>
                <a:sym typeface="Sora"/>
              </a:defRPr>
            </a:lvl1pPr>
            <a:lvl2pPr lvl="1">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2pPr>
            <a:lvl3pPr lvl="2">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3pPr>
            <a:lvl4pPr lvl="3">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4pPr>
            <a:lvl5pPr lvl="4">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5pPr>
            <a:lvl6pPr lvl="5">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6pPr>
            <a:lvl7pPr lvl="6">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7pPr>
            <a:lvl8pPr lvl="7">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8pPr>
            <a:lvl9pPr lvl="8">
              <a:spcBef>
                <a:spcPts val="0"/>
              </a:spcBef>
              <a:spcAft>
                <a:spcPts val="0"/>
              </a:spcAft>
              <a:buClr>
                <a:schemeClr val="dk2"/>
              </a:buClr>
              <a:buSzPts val="900"/>
              <a:buFont typeface="Sora"/>
              <a:buNone/>
              <a:defRPr sz="900">
                <a:solidFill>
                  <a:schemeClr val="dk2"/>
                </a:solidFill>
                <a:latin typeface="Sora SemiBold"/>
                <a:ea typeface="Sora SemiBold"/>
                <a:cs typeface="Sora SemiBold"/>
                <a:sym typeface="Sora SemiBold"/>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832"/>
        <p:cNvGrpSpPr/>
        <p:nvPr/>
      </p:nvGrpSpPr>
      <p:grpSpPr>
        <a:xfrm>
          <a:off x="0" y="0"/>
          <a:ext cx="0" cy="0"/>
          <a:chOff x="0" y="0"/>
          <a:chExt cx="0" cy="0"/>
        </a:xfrm>
      </p:grpSpPr>
      <p:sp>
        <p:nvSpPr>
          <p:cNvPr id="833" name="Google Shape;833;p4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834" name="Google Shape;834;p4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835"/>
        <p:cNvGrpSpPr/>
        <p:nvPr/>
      </p:nvGrpSpPr>
      <p:grpSpPr>
        <a:xfrm>
          <a:off x="0" y="0"/>
          <a:ext cx="0" cy="0"/>
          <a:chOff x="0" y="0"/>
          <a:chExt cx="0" cy="0"/>
        </a:xfrm>
      </p:grpSpPr>
      <p:sp>
        <p:nvSpPr>
          <p:cNvPr id="836" name="Google Shape;836;p44"/>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837"/>
        <p:cNvGrpSpPr/>
        <p:nvPr/>
      </p:nvGrpSpPr>
      <p:grpSpPr>
        <a:xfrm>
          <a:off x="0" y="0"/>
          <a:ext cx="0" cy="0"/>
          <a:chOff x="0" y="0"/>
          <a:chExt cx="0" cy="0"/>
        </a:xfrm>
      </p:grpSpPr>
      <p:sp>
        <p:nvSpPr>
          <p:cNvPr id="838" name="Google Shape;838;p4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39" name="Google Shape;839;p45"/>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840"/>
        <p:cNvGrpSpPr/>
        <p:nvPr/>
      </p:nvGrpSpPr>
      <p:grpSpPr>
        <a:xfrm>
          <a:off x="0" y="0"/>
          <a:ext cx="0" cy="0"/>
          <a:chOff x="0" y="0"/>
          <a:chExt cx="0" cy="0"/>
        </a:xfrm>
      </p:grpSpPr>
      <p:sp>
        <p:nvSpPr>
          <p:cNvPr id="841" name="Google Shape;841;p4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42" name="Google Shape;842;p46"/>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43" name="Google Shape;843;p46"/>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844"/>
        <p:cNvGrpSpPr/>
        <p:nvPr/>
      </p:nvGrpSpPr>
      <p:grpSpPr>
        <a:xfrm>
          <a:off x="0" y="0"/>
          <a:ext cx="0" cy="0"/>
          <a:chOff x="0" y="0"/>
          <a:chExt cx="0" cy="0"/>
        </a:xfrm>
      </p:grpSpPr>
      <p:sp>
        <p:nvSpPr>
          <p:cNvPr id="845" name="Google Shape;845;p4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846"/>
        <p:cNvGrpSpPr/>
        <p:nvPr/>
      </p:nvGrpSpPr>
      <p:grpSpPr>
        <a:xfrm>
          <a:off x="0" y="0"/>
          <a:ext cx="0" cy="0"/>
          <a:chOff x="0" y="0"/>
          <a:chExt cx="0" cy="0"/>
        </a:xfrm>
      </p:grpSpPr>
      <p:sp>
        <p:nvSpPr>
          <p:cNvPr id="847" name="Google Shape;847;p48"/>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848" name="Google Shape;848;p48"/>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849"/>
        <p:cNvGrpSpPr/>
        <p:nvPr/>
      </p:nvGrpSpPr>
      <p:grpSpPr>
        <a:xfrm>
          <a:off x="0" y="0"/>
          <a:ext cx="0" cy="0"/>
          <a:chOff x="0" y="0"/>
          <a:chExt cx="0" cy="0"/>
        </a:xfrm>
      </p:grpSpPr>
      <p:sp>
        <p:nvSpPr>
          <p:cNvPr id="850" name="Google Shape;850;p49"/>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851"/>
        <p:cNvGrpSpPr/>
        <p:nvPr/>
      </p:nvGrpSpPr>
      <p:grpSpPr>
        <a:xfrm>
          <a:off x="0" y="0"/>
          <a:ext cx="0" cy="0"/>
          <a:chOff x="0" y="0"/>
          <a:chExt cx="0" cy="0"/>
        </a:xfrm>
      </p:grpSpPr>
      <p:sp>
        <p:nvSpPr>
          <p:cNvPr id="852" name="Google Shape;852;p50"/>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853" name="Google Shape;853;p50"/>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854" name="Google Shape;854;p50"/>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855"/>
        <p:cNvGrpSpPr/>
        <p:nvPr/>
      </p:nvGrpSpPr>
      <p:grpSpPr>
        <a:xfrm>
          <a:off x="0" y="0"/>
          <a:ext cx="0" cy="0"/>
          <a:chOff x="0" y="0"/>
          <a:chExt cx="0" cy="0"/>
        </a:xfrm>
      </p:grpSpPr>
      <p:sp>
        <p:nvSpPr>
          <p:cNvPr id="856" name="Google Shape;856;p51"/>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857"/>
        <p:cNvGrpSpPr/>
        <p:nvPr/>
      </p:nvGrpSpPr>
      <p:grpSpPr>
        <a:xfrm>
          <a:off x="0" y="0"/>
          <a:ext cx="0" cy="0"/>
          <a:chOff x="0" y="0"/>
          <a:chExt cx="0" cy="0"/>
        </a:xfrm>
      </p:grpSpPr>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858"/>
        <p:cNvGrpSpPr/>
        <p:nvPr/>
      </p:nvGrpSpPr>
      <p:grpSpPr>
        <a:xfrm>
          <a:off x="0" y="0"/>
          <a:ext cx="0" cy="0"/>
          <a:chOff x="0" y="0"/>
          <a:chExt cx="0" cy="0"/>
        </a:xfrm>
      </p:grpSpPr>
      <p:sp>
        <p:nvSpPr>
          <p:cNvPr id="859" name="Google Shape;859;p53"/>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60" name="Google Shape;860;p53"/>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61" name="Google Shape;861;p53"/>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62" name="Google Shape;862;p53"/>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63" name="Google Shape;863;p53"/>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64" name="Google Shape;864;p53"/>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65" name="Google Shape;865;p53"/>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866"/>
        <p:cNvGrpSpPr/>
        <p:nvPr/>
      </p:nvGrpSpPr>
      <p:grpSpPr>
        <a:xfrm>
          <a:off x="0" y="0"/>
          <a:ext cx="0" cy="0"/>
          <a:chOff x="0" y="0"/>
          <a:chExt cx="0" cy="0"/>
        </a:xfrm>
      </p:grpSpPr>
      <p:sp>
        <p:nvSpPr>
          <p:cNvPr id="867" name="Google Shape;867;p5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68" name="Google Shape;868;p54"/>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869" name="Google Shape;869;p54"/>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870"/>
        <p:cNvGrpSpPr/>
        <p:nvPr/>
      </p:nvGrpSpPr>
      <p:grpSpPr>
        <a:xfrm>
          <a:off x="0" y="0"/>
          <a:ext cx="0" cy="0"/>
          <a:chOff x="0" y="0"/>
          <a:chExt cx="0" cy="0"/>
        </a:xfrm>
      </p:grpSpPr>
      <p:sp>
        <p:nvSpPr>
          <p:cNvPr id="871" name="Google Shape;871;p55"/>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72" name="Google Shape;872;p55"/>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873" name="Google Shape;873;p55"/>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74" name="Google Shape;874;p55"/>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75" name="Google Shape;875;p55"/>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876"/>
        <p:cNvGrpSpPr/>
        <p:nvPr/>
      </p:nvGrpSpPr>
      <p:grpSpPr>
        <a:xfrm>
          <a:off x="0" y="0"/>
          <a:ext cx="0" cy="0"/>
          <a:chOff x="0" y="0"/>
          <a:chExt cx="0" cy="0"/>
        </a:xfrm>
      </p:grpSpPr>
      <p:sp>
        <p:nvSpPr>
          <p:cNvPr id="877" name="Google Shape;877;p56"/>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878" name="Google Shape;878;p56"/>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79" name="Google Shape;879;p56"/>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80" name="Google Shape;880;p56"/>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81" name="Google Shape;881;p56"/>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82" name="Google Shape;882;p56"/>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83" name="Google Shape;883;p56"/>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884"/>
        <p:cNvGrpSpPr/>
        <p:nvPr/>
      </p:nvGrpSpPr>
      <p:grpSpPr>
        <a:xfrm>
          <a:off x="0" y="0"/>
          <a:ext cx="0" cy="0"/>
          <a:chOff x="0" y="0"/>
          <a:chExt cx="0" cy="0"/>
        </a:xfrm>
      </p:grpSpPr>
      <p:sp>
        <p:nvSpPr>
          <p:cNvPr id="885" name="Google Shape;885;p57"/>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886" name="Google Shape;886;p57"/>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87" name="Google Shape;887;p57"/>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88" name="Google Shape;888;p57"/>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889" name="Google Shape;889;p57"/>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90" name="Google Shape;890;p57"/>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91" name="Google Shape;891;p57"/>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92" name="Google Shape;892;p57"/>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893" name="Google Shape;893;p57"/>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894"/>
        <p:cNvGrpSpPr/>
        <p:nvPr/>
      </p:nvGrpSpPr>
      <p:grpSpPr>
        <a:xfrm>
          <a:off x="0" y="0"/>
          <a:ext cx="0" cy="0"/>
          <a:chOff x="0" y="0"/>
          <a:chExt cx="0" cy="0"/>
        </a:xfrm>
      </p:grpSpPr>
      <p:sp>
        <p:nvSpPr>
          <p:cNvPr id="895" name="Google Shape;895;p5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896" name="Google Shape;896;p58"/>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897"/>
        <p:cNvGrpSpPr/>
        <p:nvPr/>
      </p:nvGrpSpPr>
      <p:grpSpPr>
        <a:xfrm>
          <a:off x="0" y="0"/>
          <a:ext cx="0" cy="0"/>
          <a:chOff x="0" y="0"/>
          <a:chExt cx="0" cy="0"/>
        </a:xfrm>
      </p:grpSpPr>
      <p:sp>
        <p:nvSpPr>
          <p:cNvPr id="898" name="Google Shape;898;p59"/>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899" name="Google Shape;899;p59"/>
          <p:cNvSpPr>
            <a:spLocks noGrp="1"/>
          </p:cNvSpPr>
          <p:nvPr>
            <p:ph type="pic" idx="2"/>
          </p:nvPr>
        </p:nvSpPr>
        <p:spPr>
          <a:xfrm>
            <a:off x="4804825" y="1133300"/>
            <a:ext cx="4027500" cy="2392800"/>
          </a:xfrm>
          <a:prstGeom prst="rect">
            <a:avLst/>
          </a:prstGeom>
          <a:noFill/>
          <a:ln>
            <a:noFill/>
          </a:ln>
        </p:spPr>
      </p:sp>
      <p:sp>
        <p:nvSpPr>
          <p:cNvPr id="900" name="Google Shape;900;p59"/>
          <p:cNvSpPr>
            <a:spLocks noGrp="1"/>
          </p:cNvSpPr>
          <p:nvPr>
            <p:ph type="pic" idx="3"/>
          </p:nvPr>
        </p:nvSpPr>
        <p:spPr>
          <a:xfrm>
            <a:off x="311725" y="1133300"/>
            <a:ext cx="4027500" cy="2392800"/>
          </a:xfrm>
          <a:prstGeom prst="rect">
            <a:avLst/>
          </a:prstGeom>
          <a:noFill/>
          <a:ln>
            <a:noFill/>
          </a:ln>
        </p:spPr>
      </p:sp>
      <p:sp>
        <p:nvSpPr>
          <p:cNvPr id="901" name="Google Shape;901;p59"/>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02" name="Google Shape;902;p5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03" name="Google Shape;903;p59"/>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04" name="Google Shape;904;p59"/>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905"/>
        <p:cNvGrpSpPr/>
        <p:nvPr/>
      </p:nvGrpSpPr>
      <p:grpSpPr>
        <a:xfrm>
          <a:off x="0" y="0"/>
          <a:ext cx="0" cy="0"/>
          <a:chOff x="0" y="0"/>
          <a:chExt cx="0" cy="0"/>
        </a:xfrm>
      </p:grpSpPr>
      <p:sp>
        <p:nvSpPr>
          <p:cNvPr id="906" name="Google Shape;906;p60"/>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907" name="Google Shape;907;p60"/>
          <p:cNvSpPr>
            <a:spLocks noGrp="1"/>
          </p:cNvSpPr>
          <p:nvPr>
            <p:ph type="pic" idx="2"/>
          </p:nvPr>
        </p:nvSpPr>
        <p:spPr>
          <a:xfrm>
            <a:off x="6205225" y="1128325"/>
            <a:ext cx="2627100" cy="2273100"/>
          </a:xfrm>
          <a:prstGeom prst="rect">
            <a:avLst/>
          </a:prstGeom>
          <a:noFill/>
          <a:ln>
            <a:noFill/>
          </a:ln>
        </p:spPr>
      </p:sp>
      <p:sp>
        <p:nvSpPr>
          <p:cNvPr id="908" name="Google Shape;908;p60"/>
          <p:cNvSpPr>
            <a:spLocks noGrp="1"/>
          </p:cNvSpPr>
          <p:nvPr>
            <p:ph type="pic" idx="3"/>
          </p:nvPr>
        </p:nvSpPr>
        <p:spPr>
          <a:xfrm>
            <a:off x="311725" y="1128325"/>
            <a:ext cx="2627100" cy="2273100"/>
          </a:xfrm>
          <a:prstGeom prst="rect">
            <a:avLst/>
          </a:prstGeom>
          <a:noFill/>
          <a:ln>
            <a:noFill/>
          </a:ln>
        </p:spPr>
      </p:sp>
      <p:sp>
        <p:nvSpPr>
          <p:cNvPr id="909" name="Google Shape;909;p60"/>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10" name="Google Shape;910;p60"/>
          <p:cNvSpPr>
            <a:spLocks noGrp="1"/>
          </p:cNvSpPr>
          <p:nvPr>
            <p:ph type="pic" idx="5"/>
          </p:nvPr>
        </p:nvSpPr>
        <p:spPr>
          <a:xfrm>
            <a:off x="3255250" y="1128325"/>
            <a:ext cx="2627100" cy="2273100"/>
          </a:xfrm>
          <a:prstGeom prst="rect">
            <a:avLst/>
          </a:prstGeom>
          <a:noFill/>
          <a:ln>
            <a:noFill/>
          </a:ln>
        </p:spPr>
      </p:sp>
      <p:sp>
        <p:nvSpPr>
          <p:cNvPr id="911" name="Google Shape;911;p60"/>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912" name="Google Shape;912;p6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13" name="Google Shape;913;p60"/>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14" name="Google Shape;914;p60"/>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915" name="Google Shape;915;p60"/>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4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916"/>
        <p:cNvGrpSpPr/>
        <p:nvPr/>
      </p:nvGrpSpPr>
      <p:grpSpPr>
        <a:xfrm>
          <a:off x="0" y="0"/>
          <a:ext cx="0" cy="0"/>
          <a:chOff x="0" y="0"/>
          <a:chExt cx="0" cy="0"/>
        </a:xfrm>
      </p:grpSpPr>
      <p:sp>
        <p:nvSpPr>
          <p:cNvPr id="917" name="Google Shape;917;p61"/>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918"/>
        <p:cNvGrpSpPr/>
        <p:nvPr/>
      </p:nvGrpSpPr>
      <p:grpSpPr>
        <a:xfrm>
          <a:off x="0" y="0"/>
          <a:ext cx="0" cy="0"/>
          <a:chOff x="0" y="0"/>
          <a:chExt cx="0" cy="0"/>
        </a:xfrm>
      </p:grpSpPr>
      <p:sp>
        <p:nvSpPr>
          <p:cNvPr id="919" name="Google Shape;919;p62"/>
          <p:cNvSpPr>
            <a:spLocks noGrp="1"/>
          </p:cNvSpPr>
          <p:nvPr>
            <p:ph type="pic" idx="2"/>
          </p:nvPr>
        </p:nvSpPr>
        <p:spPr>
          <a:xfrm>
            <a:off x="3389600" y="118913"/>
            <a:ext cx="1643700" cy="1535100"/>
          </a:xfrm>
          <a:prstGeom prst="rect">
            <a:avLst/>
          </a:prstGeom>
          <a:noFill/>
          <a:ln>
            <a:noFill/>
          </a:ln>
        </p:spPr>
      </p:sp>
      <p:sp>
        <p:nvSpPr>
          <p:cNvPr id="920" name="Google Shape;920;p62"/>
          <p:cNvSpPr>
            <a:spLocks noGrp="1"/>
          </p:cNvSpPr>
          <p:nvPr>
            <p:ph type="pic" idx="3"/>
          </p:nvPr>
        </p:nvSpPr>
        <p:spPr>
          <a:xfrm>
            <a:off x="5195935" y="118913"/>
            <a:ext cx="1643700" cy="1535100"/>
          </a:xfrm>
          <a:prstGeom prst="rect">
            <a:avLst/>
          </a:prstGeom>
          <a:noFill/>
          <a:ln>
            <a:noFill/>
          </a:ln>
        </p:spPr>
      </p:sp>
      <p:sp>
        <p:nvSpPr>
          <p:cNvPr id="921" name="Google Shape;921;p62"/>
          <p:cNvSpPr>
            <a:spLocks noGrp="1"/>
          </p:cNvSpPr>
          <p:nvPr>
            <p:ph type="pic" idx="4"/>
          </p:nvPr>
        </p:nvSpPr>
        <p:spPr>
          <a:xfrm>
            <a:off x="7002270" y="118913"/>
            <a:ext cx="1643700" cy="1535100"/>
          </a:xfrm>
          <a:prstGeom prst="rect">
            <a:avLst/>
          </a:prstGeom>
          <a:noFill/>
          <a:ln>
            <a:noFill/>
          </a:ln>
        </p:spPr>
      </p:sp>
      <p:sp>
        <p:nvSpPr>
          <p:cNvPr id="922" name="Google Shape;922;p62"/>
          <p:cNvSpPr>
            <a:spLocks noGrp="1"/>
          </p:cNvSpPr>
          <p:nvPr>
            <p:ph type="pic" idx="5"/>
          </p:nvPr>
        </p:nvSpPr>
        <p:spPr>
          <a:xfrm>
            <a:off x="3389588" y="1804212"/>
            <a:ext cx="1643700" cy="1535100"/>
          </a:xfrm>
          <a:prstGeom prst="rect">
            <a:avLst/>
          </a:prstGeom>
          <a:noFill/>
          <a:ln>
            <a:noFill/>
          </a:ln>
        </p:spPr>
      </p:sp>
      <p:sp>
        <p:nvSpPr>
          <p:cNvPr id="923" name="Google Shape;923;p62"/>
          <p:cNvSpPr>
            <a:spLocks noGrp="1"/>
          </p:cNvSpPr>
          <p:nvPr>
            <p:ph type="pic" idx="6"/>
          </p:nvPr>
        </p:nvSpPr>
        <p:spPr>
          <a:xfrm>
            <a:off x="5195922" y="1804212"/>
            <a:ext cx="1643700" cy="1535100"/>
          </a:xfrm>
          <a:prstGeom prst="rect">
            <a:avLst/>
          </a:prstGeom>
          <a:noFill/>
          <a:ln>
            <a:noFill/>
          </a:ln>
        </p:spPr>
      </p:sp>
      <p:sp>
        <p:nvSpPr>
          <p:cNvPr id="924" name="Google Shape;924;p62"/>
          <p:cNvSpPr>
            <a:spLocks noGrp="1"/>
          </p:cNvSpPr>
          <p:nvPr>
            <p:ph type="pic" idx="7"/>
          </p:nvPr>
        </p:nvSpPr>
        <p:spPr>
          <a:xfrm>
            <a:off x="7002257" y="1804212"/>
            <a:ext cx="1643700" cy="1535100"/>
          </a:xfrm>
          <a:prstGeom prst="rect">
            <a:avLst/>
          </a:prstGeom>
          <a:noFill/>
          <a:ln>
            <a:noFill/>
          </a:ln>
        </p:spPr>
      </p:sp>
      <p:sp>
        <p:nvSpPr>
          <p:cNvPr id="925" name="Google Shape;925;p62"/>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926" name="Google Shape;926;p62"/>
          <p:cNvSpPr>
            <a:spLocks noGrp="1"/>
          </p:cNvSpPr>
          <p:nvPr>
            <p:ph type="pic" idx="8"/>
          </p:nvPr>
        </p:nvSpPr>
        <p:spPr>
          <a:xfrm>
            <a:off x="3389588" y="3489487"/>
            <a:ext cx="1643700" cy="1535100"/>
          </a:xfrm>
          <a:prstGeom prst="rect">
            <a:avLst/>
          </a:prstGeom>
          <a:noFill/>
          <a:ln>
            <a:noFill/>
          </a:ln>
        </p:spPr>
      </p:sp>
      <p:sp>
        <p:nvSpPr>
          <p:cNvPr id="927" name="Google Shape;927;p62"/>
          <p:cNvSpPr>
            <a:spLocks noGrp="1"/>
          </p:cNvSpPr>
          <p:nvPr>
            <p:ph type="pic" idx="9"/>
          </p:nvPr>
        </p:nvSpPr>
        <p:spPr>
          <a:xfrm>
            <a:off x="5195922" y="3489487"/>
            <a:ext cx="1643700" cy="1535100"/>
          </a:xfrm>
          <a:prstGeom prst="rect">
            <a:avLst/>
          </a:prstGeom>
          <a:noFill/>
          <a:ln>
            <a:noFill/>
          </a:ln>
        </p:spPr>
      </p:sp>
      <p:sp>
        <p:nvSpPr>
          <p:cNvPr id="928" name="Google Shape;928;p62"/>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theme" Target="../theme/theme2.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8" Type="http://schemas.openxmlformats.org/officeDocument/2006/relationships/slideLayout" Target="../slideLayouts/slideLayout19.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1" Type="http://schemas.openxmlformats.org/officeDocument/2006/relationships/slideLayout" Target="../slideLayouts/slideLayout12.xml"/><Relationship Id="rId6"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dk2"/>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228600" y="1452125"/>
            <a:ext cx="5760600" cy="3460200"/>
          </a:xfrm>
          <a:prstGeom prst="rect">
            <a:avLst/>
          </a:prstGeom>
          <a:noFill/>
          <a:ln>
            <a:noFill/>
          </a:ln>
        </p:spPr>
        <p:txBody>
          <a:bodyPr spcFirstLastPara="1" wrap="square" lIns="91425" tIns="91425" rIns="91425" bIns="91425" anchor="t" anchorCtr="0">
            <a:spAutoFit/>
          </a:bodyPr>
          <a:lstStyle>
            <a:lvl1pPr marL="457200" lvl="0" indent="-304800">
              <a:lnSpc>
                <a:spcPct val="115000"/>
              </a:lnSpc>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marL="914400" lvl="1"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2pPr>
            <a:lvl3pPr marL="1371600" lvl="2"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3pPr>
            <a:lvl4pPr marL="1828800" lvl="3"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4pPr>
            <a:lvl5pPr marL="2286000" lvl="4"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5pPr>
            <a:lvl6pPr marL="2743200" lvl="5"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6pPr>
            <a:lvl7pPr marL="3200400" lvl="6"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7pPr>
            <a:lvl8pPr marL="3657600" lvl="7" indent="-304800">
              <a:lnSpc>
                <a:spcPct val="115000"/>
              </a:lnSpc>
              <a:spcBef>
                <a:spcPts val="800"/>
              </a:spcBef>
              <a:spcAft>
                <a:spcPts val="0"/>
              </a:spcAft>
              <a:buClr>
                <a:schemeClr val="lt1"/>
              </a:buClr>
              <a:buSzPts val="1200"/>
              <a:buFont typeface="Sora"/>
              <a:buChar char="○"/>
              <a:defRPr sz="1200">
                <a:solidFill>
                  <a:schemeClr val="lt1"/>
                </a:solidFill>
                <a:latin typeface="Sora"/>
                <a:ea typeface="Sora"/>
                <a:cs typeface="Sora"/>
                <a:sym typeface="Sora"/>
              </a:defRPr>
            </a:lvl8pPr>
            <a:lvl9pPr marL="4114800" lvl="8" indent="-304800">
              <a:lnSpc>
                <a:spcPct val="115000"/>
              </a:lnSpc>
              <a:spcBef>
                <a:spcPts val="800"/>
              </a:spcBef>
              <a:spcAft>
                <a:spcPts val="800"/>
              </a:spcAft>
              <a:buClr>
                <a:schemeClr val="lt1"/>
              </a:buClr>
              <a:buSzPts val="1200"/>
              <a:buFont typeface="Sora"/>
              <a:buChar char="■"/>
              <a:defRPr sz="1200">
                <a:solidFill>
                  <a:schemeClr val="lt1"/>
                </a:solidFill>
                <a:latin typeface="Sora"/>
                <a:ea typeface="Sora"/>
                <a:cs typeface="Sora"/>
                <a:sym typeface="Sora"/>
              </a:defRPr>
            </a:lvl9pPr>
          </a:lstStyle>
          <a:p>
            <a:endParaRPr/>
          </a:p>
        </p:txBody>
      </p:sp>
      <p:sp>
        <p:nvSpPr>
          <p:cNvPr id="52" name="Google Shape;52;p13"/>
          <p:cNvSpPr txBox="1">
            <a:spLocks noGrp="1"/>
          </p:cNvSpPr>
          <p:nvPr>
            <p:ph type="title"/>
          </p:nvPr>
        </p:nvSpPr>
        <p:spPr>
          <a:xfrm>
            <a:off x="402800" y="197225"/>
            <a:ext cx="6537900" cy="12549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3000"/>
              <a:buFont typeface="IBM Plex Sans"/>
              <a:buNone/>
              <a:defRPr sz="3000">
                <a:solidFill>
                  <a:schemeClr val="lt1"/>
                </a:solidFill>
                <a:latin typeface="IBM Plex Sans"/>
                <a:ea typeface="IBM Plex Sans"/>
                <a:cs typeface="IBM Plex Sans"/>
                <a:sym typeface="IBM Plex Sans"/>
              </a:defRPr>
            </a:lvl1pPr>
            <a:lvl2pPr lvl="1">
              <a:spcBef>
                <a:spcPts val="0"/>
              </a:spcBef>
              <a:spcAft>
                <a:spcPts val="0"/>
              </a:spcAft>
              <a:buSzPts val="3000"/>
              <a:buFont typeface="IBM Plex Sans"/>
              <a:buNone/>
              <a:defRPr sz="3000">
                <a:latin typeface="IBM Plex Sans"/>
                <a:ea typeface="IBM Plex Sans"/>
                <a:cs typeface="IBM Plex Sans"/>
                <a:sym typeface="IBM Plex Sans"/>
              </a:defRPr>
            </a:lvl2pPr>
            <a:lvl3pPr lvl="2">
              <a:spcBef>
                <a:spcPts val="0"/>
              </a:spcBef>
              <a:spcAft>
                <a:spcPts val="0"/>
              </a:spcAft>
              <a:buSzPts val="3000"/>
              <a:buFont typeface="IBM Plex Sans"/>
              <a:buNone/>
              <a:defRPr sz="3000">
                <a:latin typeface="IBM Plex Sans"/>
                <a:ea typeface="IBM Plex Sans"/>
                <a:cs typeface="IBM Plex Sans"/>
                <a:sym typeface="IBM Plex Sans"/>
              </a:defRPr>
            </a:lvl3pPr>
            <a:lvl4pPr lvl="3">
              <a:spcBef>
                <a:spcPts val="0"/>
              </a:spcBef>
              <a:spcAft>
                <a:spcPts val="0"/>
              </a:spcAft>
              <a:buSzPts val="3000"/>
              <a:buFont typeface="IBM Plex Sans"/>
              <a:buNone/>
              <a:defRPr sz="3000">
                <a:latin typeface="IBM Plex Sans"/>
                <a:ea typeface="IBM Plex Sans"/>
                <a:cs typeface="IBM Plex Sans"/>
                <a:sym typeface="IBM Plex Sans"/>
              </a:defRPr>
            </a:lvl4pPr>
            <a:lvl5pPr lvl="4">
              <a:spcBef>
                <a:spcPts val="0"/>
              </a:spcBef>
              <a:spcAft>
                <a:spcPts val="0"/>
              </a:spcAft>
              <a:buSzPts val="3000"/>
              <a:buFont typeface="IBM Plex Sans"/>
              <a:buNone/>
              <a:defRPr sz="3000">
                <a:latin typeface="IBM Plex Sans"/>
                <a:ea typeface="IBM Plex Sans"/>
                <a:cs typeface="IBM Plex Sans"/>
                <a:sym typeface="IBM Plex Sans"/>
              </a:defRPr>
            </a:lvl5pPr>
            <a:lvl6pPr lvl="5">
              <a:spcBef>
                <a:spcPts val="0"/>
              </a:spcBef>
              <a:spcAft>
                <a:spcPts val="0"/>
              </a:spcAft>
              <a:buSzPts val="3000"/>
              <a:buFont typeface="IBM Plex Sans"/>
              <a:buNone/>
              <a:defRPr sz="3000">
                <a:latin typeface="IBM Plex Sans"/>
                <a:ea typeface="IBM Plex Sans"/>
                <a:cs typeface="IBM Plex Sans"/>
                <a:sym typeface="IBM Plex Sans"/>
              </a:defRPr>
            </a:lvl6pPr>
            <a:lvl7pPr lvl="6">
              <a:spcBef>
                <a:spcPts val="0"/>
              </a:spcBef>
              <a:spcAft>
                <a:spcPts val="0"/>
              </a:spcAft>
              <a:buSzPts val="3000"/>
              <a:buFont typeface="IBM Plex Sans"/>
              <a:buNone/>
              <a:defRPr sz="3000">
                <a:latin typeface="IBM Plex Sans"/>
                <a:ea typeface="IBM Plex Sans"/>
                <a:cs typeface="IBM Plex Sans"/>
                <a:sym typeface="IBM Plex Sans"/>
              </a:defRPr>
            </a:lvl7pPr>
            <a:lvl8pPr lvl="7">
              <a:spcBef>
                <a:spcPts val="0"/>
              </a:spcBef>
              <a:spcAft>
                <a:spcPts val="0"/>
              </a:spcAft>
              <a:buSzPts val="3000"/>
              <a:buFont typeface="IBM Plex Sans"/>
              <a:buNone/>
              <a:defRPr sz="3000">
                <a:latin typeface="IBM Plex Sans"/>
                <a:ea typeface="IBM Plex Sans"/>
                <a:cs typeface="IBM Plex Sans"/>
                <a:sym typeface="IBM Plex Sans"/>
              </a:defRPr>
            </a:lvl8pPr>
            <a:lvl9pPr lvl="8">
              <a:spcBef>
                <a:spcPts val="0"/>
              </a:spcBef>
              <a:spcAft>
                <a:spcPts val="0"/>
              </a:spcAft>
              <a:buSzPts val="3000"/>
              <a:buFont typeface="IBM Plex Sans"/>
              <a:buNone/>
              <a:defRPr sz="3000">
                <a:latin typeface="IBM Plex Sans"/>
                <a:ea typeface="IBM Plex Sans"/>
                <a:cs typeface="IBM Plex Sans"/>
                <a:sym typeface="IBM Plex Sans"/>
              </a:defRPr>
            </a:lvl9pPr>
          </a:lstStyle>
          <a:p>
            <a:endParaRPr/>
          </a:p>
        </p:txBody>
      </p:sp>
      <p:sp>
        <p:nvSpPr>
          <p:cNvPr id="53" name="Google Shape;53;p13"/>
          <p:cNvSpPr txBox="1">
            <a:spLocks noGrp="1"/>
          </p:cNvSpPr>
          <p:nvPr>
            <p:ph type="body" idx="2"/>
          </p:nvPr>
        </p:nvSpPr>
        <p:spPr>
          <a:xfrm>
            <a:off x="3439325" y="1502775"/>
            <a:ext cx="5344800" cy="24399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1pPr>
            <a:lvl2pPr marL="914400" lvl="1"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2pPr>
            <a:lvl3pPr marL="1371600" lvl="2"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3pPr>
            <a:lvl4pPr marL="1828800" lvl="3"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4pPr>
            <a:lvl5pPr marL="2286000" lvl="4"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5pPr>
            <a:lvl6pPr marL="2743200" lvl="5"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6pPr>
            <a:lvl7pPr marL="3200400" lvl="6"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7pPr>
            <a:lvl8pPr marL="3657600" lvl="7"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8pPr>
            <a:lvl9pPr marL="4114800" lvl="8" indent="-304800">
              <a:spcBef>
                <a:spcPts val="0"/>
              </a:spcBef>
              <a:spcAft>
                <a:spcPts val="0"/>
              </a:spcAft>
              <a:buClr>
                <a:schemeClr val="lt1"/>
              </a:buClr>
              <a:buSzPts val="1200"/>
              <a:buFont typeface="Sora"/>
              <a:buChar char="■"/>
              <a:defRPr sz="1200">
                <a:solidFill>
                  <a:schemeClr val="lt1"/>
                </a:solidFill>
                <a:latin typeface="Sora"/>
                <a:ea typeface="Sora"/>
                <a:cs typeface="Sora"/>
                <a:sym typeface="Sora"/>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 id="2147483698" r:id="rId40"/>
    <p:sldLayoutId id="2147483699" r:id="rId41"/>
    <p:sldLayoutId id="2147483700" r:id="rId42"/>
    <p:sldLayoutId id="2147483701" r:id="rId43"/>
    <p:sldLayoutId id="2147483702" r:id="rId44"/>
    <p:sldLayoutId id="2147483703" r:id="rId45"/>
    <p:sldLayoutId id="2147483704" r:id="rId46"/>
    <p:sldLayoutId id="2147483705" r:id="rId47"/>
    <p:sldLayoutId id="2147483706" r:id="rId48"/>
    <p:sldLayoutId id="2147483707" r:id="rId4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26">
          <p15:clr>
            <a:srgbClr val="E46962"/>
          </p15:clr>
        </p15:guide>
        <p15:guide id="10" pos="4285">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hyperlink" Target="https://drive.google.com/drive/folders/1SwQOWbM0pfpzK1E_otdf6RLYjrnLkaNv?usp=drive_link" TargetMode="External"/><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6.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6.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3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3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36.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3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36.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6.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36.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36.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3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36.xml"/></Relationships>
</file>

<file path=ppt/slides/_rels/slide2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36.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3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p63"/>
          <p:cNvSpPr txBox="1">
            <a:spLocks noGrp="1"/>
          </p:cNvSpPr>
          <p:nvPr>
            <p:ph type="subTitle" idx="2"/>
          </p:nvPr>
        </p:nvSpPr>
        <p:spPr>
          <a:xfrm>
            <a:off x="138475" y="228600"/>
            <a:ext cx="2164500" cy="3387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None/>
            </a:pPr>
            <a:r>
              <a:rPr lang="en">
                <a:latin typeface="Sora"/>
                <a:ea typeface="Sora"/>
                <a:cs typeface="Sora"/>
                <a:sym typeface="Sora"/>
              </a:rPr>
              <a:t>dibimbing.id</a:t>
            </a:r>
            <a:endParaRPr>
              <a:latin typeface="Sora"/>
              <a:ea typeface="Sora"/>
              <a:cs typeface="Sora"/>
              <a:sym typeface="Sora"/>
            </a:endParaRPr>
          </a:p>
          <a:p>
            <a:pPr marL="0" lvl="0" indent="0" algn="l" rtl="0">
              <a:lnSpc>
                <a:spcPct val="115000"/>
              </a:lnSpc>
              <a:spcBef>
                <a:spcPts val="0"/>
              </a:spcBef>
              <a:spcAft>
                <a:spcPts val="0"/>
              </a:spcAft>
              <a:buNone/>
            </a:pPr>
            <a:r>
              <a:rPr lang="en">
                <a:latin typeface="Sora"/>
                <a:ea typeface="Sora"/>
                <a:cs typeface="Sora"/>
                <a:sym typeface="Sora"/>
              </a:rPr>
              <a:t>April, 2026</a:t>
            </a:r>
            <a:endParaRPr>
              <a:latin typeface="Sora"/>
              <a:ea typeface="Sora"/>
              <a:cs typeface="Sora"/>
              <a:sym typeface="Sora"/>
            </a:endParaRPr>
          </a:p>
        </p:txBody>
      </p:sp>
      <p:sp>
        <p:nvSpPr>
          <p:cNvPr id="934" name="Google Shape;934;p63"/>
          <p:cNvSpPr txBox="1">
            <a:spLocks noGrp="1"/>
          </p:cNvSpPr>
          <p:nvPr>
            <p:ph type="title"/>
          </p:nvPr>
        </p:nvSpPr>
        <p:spPr>
          <a:xfrm>
            <a:off x="74600" y="2282175"/>
            <a:ext cx="6329400" cy="2049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dk2"/>
                </a:solidFill>
              </a:rPr>
              <a:t>Customer Satisfaction &amp; Sentiment Analysis</a:t>
            </a:r>
            <a:endParaRPr>
              <a:solidFill>
                <a:schemeClr val="dk2"/>
              </a:solidFill>
            </a:endParaRPr>
          </a:p>
        </p:txBody>
      </p:sp>
      <p:sp>
        <p:nvSpPr>
          <p:cNvPr id="935" name="Google Shape;935;p63"/>
          <p:cNvSpPr txBox="1">
            <a:spLocks noGrp="1"/>
          </p:cNvSpPr>
          <p:nvPr>
            <p:ph type="subTitle" idx="1"/>
          </p:nvPr>
        </p:nvSpPr>
        <p:spPr>
          <a:xfrm>
            <a:off x="130200" y="4291350"/>
            <a:ext cx="4922100" cy="7392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latin typeface="Sora"/>
                <a:ea typeface="Sora"/>
                <a:cs typeface="Sora"/>
                <a:sym typeface="Sora"/>
              </a:rPr>
              <a:t>By Akmal Zuhdy Prasetya</a:t>
            </a:r>
            <a:br>
              <a:rPr lang="en">
                <a:latin typeface="Sora"/>
                <a:ea typeface="Sora"/>
                <a:cs typeface="Sora"/>
                <a:sym typeface="Sora"/>
              </a:rPr>
            </a:br>
            <a:r>
              <a:rPr lang="en">
                <a:latin typeface="Sora"/>
                <a:ea typeface="Sora"/>
                <a:cs typeface="Sora"/>
                <a:sym typeface="Sora"/>
              </a:rPr>
              <a:t>Bootcamp Data Analysis &amp; Business Intelligence Batch 19</a:t>
            </a:r>
            <a:endParaRPr>
              <a:latin typeface="Sora"/>
              <a:ea typeface="Sora"/>
              <a:cs typeface="Sora"/>
              <a:sym typeface="Sora"/>
            </a:endParaRPr>
          </a:p>
        </p:txBody>
      </p:sp>
      <p:sp>
        <p:nvSpPr>
          <p:cNvPr id="936" name="Google Shape;936;p63"/>
          <p:cNvSpPr/>
          <p:nvPr/>
        </p:nvSpPr>
        <p:spPr>
          <a:xfrm>
            <a:off x="7041900" y="4013575"/>
            <a:ext cx="1873500" cy="375300"/>
          </a:xfrm>
          <a:prstGeom prst="roundRect">
            <a:avLst>
              <a:gd name="adj" fmla="val 50000"/>
            </a:avLst>
          </a:prstGeom>
          <a:gradFill>
            <a:gsLst>
              <a:gs pos="0">
                <a:schemeClr val="accent2"/>
              </a:gs>
              <a:gs pos="40000">
                <a:schemeClr val="accent2"/>
              </a:gs>
              <a:gs pos="100000">
                <a:schemeClr val="lt2"/>
              </a:gs>
            </a:gsLst>
            <a:lin ang="2698631" scaled="0"/>
          </a:gradFill>
          <a:ln>
            <a:noFill/>
          </a:ln>
          <a:effectLst>
            <a:outerShdw blurRad="357188" algn="bl" rotWithShape="0">
              <a:schemeClr val="lt2">
                <a:alpha val="50000"/>
              </a:scheme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sz="900" u="sng">
                <a:solidFill>
                  <a:schemeClr val="hlink"/>
                </a:solidFill>
                <a:latin typeface="IBM Plex Sans Medium"/>
                <a:ea typeface="IBM Plex Sans Medium"/>
                <a:cs typeface="IBM Plex Sans Medium"/>
                <a:sym typeface="IBM Plex Sans Medium"/>
                <a:hlinkClick r:id="rId3"/>
              </a:rPr>
              <a:t>Dataset, Notebook, &amp; PBI File</a:t>
            </a:r>
            <a:endParaRPr sz="900">
              <a:solidFill>
                <a:schemeClr val="dk1"/>
              </a:solidFill>
              <a:latin typeface="IBM Plex Sans Medium"/>
              <a:ea typeface="IBM Plex Sans Medium"/>
              <a:cs typeface="IBM Plex Sans Medium"/>
              <a:sym typeface="IBM Plex Sans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p64"/>
          <p:cNvSpPr txBox="1">
            <a:spLocks noGrp="1"/>
          </p:cNvSpPr>
          <p:nvPr>
            <p:ph type="title"/>
          </p:nvPr>
        </p:nvSpPr>
        <p:spPr>
          <a:xfrm>
            <a:off x="74600" y="2282175"/>
            <a:ext cx="6329400" cy="2049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dk2"/>
                </a:solidFill>
              </a:rPr>
              <a:t>Data Understanding &amp; Preparation</a:t>
            </a:r>
            <a:endParaRPr>
              <a:solidFill>
                <a:schemeClr val="dk2"/>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45"/>
        <p:cNvGrpSpPr/>
        <p:nvPr/>
      </p:nvGrpSpPr>
      <p:grpSpPr>
        <a:xfrm>
          <a:off x="0" y="0"/>
          <a:ext cx="0" cy="0"/>
          <a:chOff x="0" y="0"/>
          <a:chExt cx="0" cy="0"/>
        </a:xfrm>
      </p:grpSpPr>
      <p:sp>
        <p:nvSpPr>
          <p:cNvPr id="946" name="Google Shape;946;p65"/>
          <p:cNvSpPr txBox="1">
            <a:spLocks noGrp="1"/>
          </p:cNvSpPr>
          <p:nvPr>
            <p:ph type="title" idx="2"/>
          </p:nvPr>
        </p:nvSpPr>
        <p:spPr>
          <a:xfrm>
            <a:off x="115025" y="87875"/>
            <a:ext cx="7280700" cy="6417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3300"/>
              <a:t>Understanding Dataset &amp; Structure</a:t>
            </a:r>
            <a:endParaRPr sz="3300"/>
          </a:p>
        </p:txBody>
      </p:sp>
      <p:cxnSp>
        <p:nvCxnSpPr>
          <p:cNvPr id="947" name="Google Shape;947;p65"/>
          <p:cNvCxnSpPr/>
          <p:nvPr/>
        </p:nvCxnSpPr>
        <p:spPr>
          <a:xfrm flipH="1">
            <a:off x="2420556" y="1655550"/>
            <a:ext cx="6300" cy="3073200"/>
          </a:xfrm>
          <a:prstGeom prst="straightConnector1">
            <a:avLst/>
          </a:prstGeom>
          <a:noFill/>
          <a:ln w="19050" cap="flat" cmpd="sng">
            <a:solidFill>
              <a:schemeClr val="accent5"/>
            </a:solidFill>
            <a:prstDash val="solid"/>
            <a:round/>
            <a:headEnd type="none" w="med" len="med"/>
            <a:tailEnd type="none" w="med" len="med"/>
          </a:ln>
        </p:spPr>
      </p:cxnSp>
      <p:sp>
        <p:nvSpPr>
          <p:cNvPr id="948" name="Google Shape;948;p65"/>
          <p:cNvSpPr txBox="1">
            <a:spLocks noGrp="1"/>
          </p:cNvSpPr>
          <p:nvPr>
            <p:ph type="body" idx="1"/>
          </p:nvPr>
        </p:nvSpPr>
        <p:spPr>
          <a:xfrm>
            <a:off x="295000" y="2272849"/>
            <a:ext cx="1997400" cy="1694700"/>
          </a:xfrm>
          <a:prstGeom prst="rect">
            <a:avLst/>
          </a:prstGeom>
        </p:spPr>
        <p:txBody>
          <a:bodyPr spcFirstLastPara="1" wrap="square" lIns="91425" tIns="91425" rIns="0" bIns="91425" anchor="t" anchorCtr="0">
            <a:noAutofit/>
          </a:bodyPr>
          <a:lstStyle/>
          <a:p>
            <a:pPr marL="0" lvl="0" indent="0" algn="l" rtl="0">
              <a:lnSpc>
                <a:spcPct val="115000"/>
              </a:lnSpc>
              <a:spcBef>
                <a:spcPts val="0"/>
              </a:spcBef>
              <a:spcAft>
                <a:spcPts val="0"/>
              </a:spcAft>
              <a:buNone/>
            </a:pPr>
            <a:r>
              <a:rPr lang="en" sz="800" b="1">
                <a:solidFill>
                  <a:schemeClr val="lt2"/>
                </a:solidFill>
                <a:latin typeface="Sora"/>
                <a:ea typeface="Sora"/>
                <a:cs typeface="Sora"/>
                <a:sym typeface="Sora"/>
              </a:rPr>
              <a:t>Note</a:t>
            </a:r>
            <a:endParaRPr sz="800">
              <a:solidFill>
                <a:schemeClr val="lt2"/>
              </a:solidFill>
            </a:endParaRPr>
          </a:p>
          <a:p>
            <a:pPr marL="0" lvl="0" indent="0" algn="l" rtl="0">
              <a:lnSpc>
                <a:spcPct val="115000"/>
              </a:lnSpc>
              <a:spcBef>
                <a:spcPts val="0"/>
              </a:spcBef>
              <a:spcAft>
                <a:spcPts val="0"/>
              </a:spcAft>
              <a:buNone/>
            </a:pPr>
            <a:r>
              <a:rPr lang="en" sz="800"/>
              <a:t>Dataset terdiri dari 1,462 data survey pelanggan. Terdapat 10 variabel utama, mencakup:</a:t>
            </a:r>
            <a:endParaRPr sz="800"/>
          </a:p>
          <a:p>
            <a:pPr marL="0" lvl="0" indent="0" algn="l" rtl="0">
              <a:lnSpc>
                <a:spcPct val="115000"/>
              </a:lnSpc>
              <a:spcBef>
                <a:spcPts val="0"/>
              </a:spcBef>
              <a:spcAft>
                <a:spcPts val="0"/>
              </a:spcAft>
              <a:buNone/>
            </a:pPr>
            <a:r>
              <a:rPr lang="en" sz="800"/>
              <a:t>- Rating kepuasan pelanggan</a:t>
            </a:r>
            <a:endParaRPr sz="800"/>
          </a:p>
          <a:p>
            <a:pPr marL="0" lvl="0" indent="0" algn="l" rtl="0">
              <a:lnSpc>
                <a:spcPct val="115000"/>
              </a:lnSpc>
              <a:spcBef>
                <a:spcPts val="0"/>
              </a:spcBef>
              <a:spcAft>
                <a:spcPts val="0"/>
              </a:spcAft>
              <a:buNone/>
            </a:pPr>
            <a:r>
              <a:rPr lang="en" sz="800"/>
              <a:t>- Feedback teks (ulasan pelanggan)</a:t>
            </a:r>
            <a:endParaRPr sz="800"/>
          </a:p>
          <a:p>
            <a:pPr marL="0" lvl="0" indent="0" algn="l" rtl="0">
              <a:lnSpc>
                <a:spcPct val="115000"/>
              </a:lnSpc>
              <a:spcBef>
                <a:spcPts val="0"/>
              </a:spcBef>
              <a:spcAft>
                <a:spcPts val="0"/>
              </a:spcAft>
              <a:buNone/>
            </a:pPr>
            <a:r>
              <a:rPr lang="en" sz="800"/>
              <a:t>- Dimensi layanan (customer service, fitur, dll)</a:t>
            </a:r>
            <a:endParaRPr sz="800"/>
          </a:p>
          <a:p>
            <a:pPr marL="0" lvl="0" indent="0" algn="l" rtl="0">
              <a:lnSpc>
                <a:spcPct val="115000"/>
              </a:lnSpc>
              <a:spcBef>
                <a:spcPts val="0"/>
              </a:spcBef>
              <a:spcAft>
                <a:spcPts val="0"/>
              </a:spcAft>
              <a:buNone/>
            </a:pPr>
            <a:endParaRPr sz="800"/>
          </a:p>
          <a:p>
            <a:pPr marL="0" lvl="0" indent="0" algn="l" rtl="0">
              <a:lnSpc>
                <a:spcPct val="115000"/>
              </a:lnSpc>
              <a:spcBef>
                <a:spcPts val="0"/>
              </a:spcBef>
              <a:spcAft>
                <a:spcPts val="0"/>
              </a:spcAft>
              <a:buNone/>
            </a:pPr>
            <a:r>
              <a:rPr lang="en" sz="800"/>
              <a:t>Data mencerminkan pengalaman pelanggan terhadap ticketing system</a:t>
            </a:r>
            <a:endParaRPr sz="800"/>
          </a:p>
        </p:txBody>
      </p:sp>
      <p:pic>
        <p:nvPicPr>
          <p:cNvPr id="949" name="Google Shape;949;p65"/>
          <p:cNvPicPr preferRelativeResize="0"/>
          <p:nvPr/>
        </p:nvPicPr>
        <p:blipFill>
          <a:blip r:embed="rId3">
            <a:alphaModFix/>
          </a:blip>
          <a:stretch>
            <a:fillRect/>
          </a:stretch>
        </p:blipFill>
        <p:spPr>
          <a:xfrm>
            <a:off x="3217801" y="1655550"/>
            <a:ext cx="4767600" cy="292930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53"/>
        <p:cNvGrpSpPr/>
        <p:nvPr/>
      </p:nvGrpSpPr>
      <p:grpSpPr>
        <a:xfrm>
          <a:off x="0" y="0"/>
          <a:ext cx="0" cy="0"/>
          <a:chOff x="0" y="0"/>
          <a:chExt cx="0" cy="0"/>
        </a:xfrm>
      </p:grpSpPr>
      <p:sp>
        <p:nvSpPr>
          <p:cNvPr id="954" name="Google Shape;954;p66"/>
          <p:cNvSpPr txBox="1">
            <a:spLocks noGrp="1"/>
          </p:cNvSpPr>
          <p:nvPr>
            <p:ph type="title" idx="2"/>
          </p:nvPr>
        </p:nvSpPr>
        <p:spPr>
          <a:xfrm>
            <a:off x="115025" y="87875"/>
            <a:ext cx="7280700" cy="6417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3300"/>
              <a:t>Data Quality Assessment</a:t>
            </a:r>
            <a:endParaRPr sz="3300"/>
          </a:p>
        </p:txBody>
      </p:sp>
      <p:cxnSp>
        <p:nvCxnSpPr>
          <p:cNvPr id="955" name="Google Shape;955;p66"/>
          <p:cNvCxnSpPr/>
          <p:nvPr/>
        </p:nvCxnSpPr>
        <p:spPr>
          <a:xfrm flipH="1">
            <a:off x="2420556" y="1655550"/>
            <a:ext cx="6300" cy="3073200"/>
          </a:xfrm>
          <a:prstGeom prst="straightConnector1">
            <a:avLst/>
          </a:prstGeom>
          <a:noFill/>
          <a:ln w="19050" cap="flat" cmpd="sng">
            <a:solidFill>
              <a:schemeClr val="accent5"/>
            </a:solidFill>
            <a:prstDash val="solid"/>
            <a:round/>
            <a:headEnd type="none" w="med" len="med"/>
            <a:tailEnd type="none" w="med" len="med"/>
          </a:ln>
        </p:spPr>
      </p:cxnSp>
      <p:pic>
        <p:nvPicPr>
          <p:cNvPr id="956" name="Google Shape;956;p66"/>
          <p:cNvPicPr preferRelativeResize="0"/>
          <p:nvPr/>
        </p:nvPicPr>
        <p:blipFill>
          <a:blip r:embed="rId3">
            <a:alphaModFix/>
          </a:blip>
          <a:stretch>
            <a:fillRect/>
          </a:stretch>
        </p:blipFill>
        <p:spPr>
          <a:xfrm>
            <a:off x="3217801" y="1655550"/>
            <a:ext cx="4767600" cy="2929300"/>
          </a:xfrm>
          <a:prstGeom prst="rect">
            <a:avLst/>
          </a:prstGeom>
          <a:noFill/>
          <a:ln>
            <a:noFill/>
          </a:ln>
          <a:effectLst>
            <a:outerShdw blurRad="57150" dist="19050" dir="5400000" algn="bl" rotWithShape="0">
              <a:srgbClr val="000000">
                <a:alpha val="50000"/>
              </a:srgbClr>
            </a:outerShdw>
          </a:effectLst>
        </p:spPr>
      </p:pic>
      <p:sp>
        <p:nvSpPr>
          <p:cNvPr id="957" name="Google Shape;957;p66"/>
          <p:cNvSpPr txBox="1"/>
          <p:nvPr/>
        </p:nvSpPr>
        <p:spPr>
          <a:xfrm>
            <a:off x="288000" y="1855250"/>
            <a:ext cx="1997400" cy="1392900"/>
          </a:xfrm>
          <a:prstGeom prst="rect">
            <a:avLst/>
          </a:prstGeom>
          <a:noFill/>
          <a:ln>
            <a:noFill/>
          </a:ln>
        </p:spPr>
        <p:txBody>
          <a:bodyPr spcFirstLastPara="1" wrap="square" lIns="91425" tIns="91425" rIns="0" bIns="91425" anchor="t" anchorCtr="0">
            <a:noAutofit/>
          </a:bodyPr>
          <a:lstStyle/>
          <a:p>
            <a:pPr marL="0" lvl="0" indent="0" algn="l" rtl="0">
              <a:lnSpc>
                <a:spcPct val="115000"/>
              </a:lnSpc>
              <a:spcBef>
                <a:spcPts val="0"/>
              </a:spcBef>
              <a:spcAft>
                <a:spcPts val="0"/>
              </a:spcAft>
              <a:buNone/>
            </a:pPr>
            <a:r>
              <a:rPr lang="en" sz="800" b="1">
                <a:solidFill>
                  <a:srgbClr val="F0B03B"/>
                </a:solidFill>
                <a:latin typeface="Sora"/>
                <a:ea typeface="Sora"/>
                <a:cs typeface="Sora"/>
                <a:sym typeface="Sora"/>
              </a:rPr>
              <a:t>Note</a:t>
            </a:r>
            <a:endParaRPr sz="800">
              <a:solidFill>
                <a:srgbClr val="F0B03B"/>
              </a:solidFill>
              <a:latin typeface="Sora ExtraLight"/>
              <a:ea typeface="Sora ExtraLight"/>
              <a:cs typeface="Sora ExtraLight"/>
              <a:sym typeface="Sora ExtraLight"/>
            </a:endParaRPr>
          </a:p>
          <a:p>
            <a:pPr marL="0" lvl="0" indent="0" algn="l" rtl="0">
              <a:lnSpc>
                <a:spcPct val="115000"/>
              </a:lnSpc>
              <a:spcBef>
                <a:spcPts val="0"/>
              </a:spcBef>
              <a:spcAft>
                <a:spcPts val="0"/>
              </a:spcAft>
              <a:buNone/>
            </a:pPr>
            <a:r>
              <a:rPr lang="en" sz="800">
                <a:solidFill>
                  <a:srgbClr val="E3DFD6"/>
                </a:solidFill>
                <a:latin typeface="Sora ExtraLight"/>
                <a:ea typeface="Sora ExtraLight"/>
                <a:cs typeface="Sora ExtraLight"/>
                <a:sym typeface="Sora ExtraLight"/>
              </a:rPr>
              <a:t>Ditemukan missing values signifikan (~46%) pada kolom:</a:t>
            </a:r>
            <a:endParaRPr sz="800">
              <a:solidFill>
                <a:srgbClr val="E3DFD6"/>
              </a:solidFill>
              <a:latin typeface="Sora ExtraLight"/>
              <a:ea typeface="Sora ExtraLight"/>
              <a:cs typeface="Sora ExtraLight"/>
              <a:sym typeface="Sora ExtraLight"/>
            </a:endParaRPr>
          </a:p>
          <a:p>
            <a:pPr marL="0" lvl="0" indent="0" algn="l" rtl="0">
              <a:lnSpc>
                <a:spcPct val="115000"/>
              </a:lnSpc>
              <a:spcBef>
                <a:spcPts val="0"/>
              </a:spcBef>
              <a:spcAft>
                <a:spcPts val="0"/>
              </a:spcAft>
              <a:buNone/>
            </a:pPr>
            <a:r>
              <a:rPr lang="en" sz="800">
                <a:solidFill>
                  <a:srgbClr val="E3DFD6"/>
                </a:solidFill>
                <a:latin typeface="Sora ExtraLight"/>
                <a:ea typeface="Sora ExtraLight"/>
                <a:cs typeface="Sora ExtraLight"/>
                <a:sym typeface="Sora ExtraLight"/>
              </a:rPr>
              <a:t>- rating</a:t>
            </a:r>
            <a:endParaRPr sz="800">
              <a:solidFill>
                <a:srgbClr val="E3DFD6"/>
              </a:solidFill>
              <a:latin typeface="Sora ExtraLight"/>
              <a:ea typeface="Sora ExtraLight"/>
              <a:cs typeface="Sora ExtraLight"/>
              <a:sym typeface="Sora ExtraLight"/>
            </a:endParaRPr>
          </a:p>
          <a:p>
            <a:pPr marL="0" lvl="0" indent="0" algn="l" rtl="0">
              <a:lnSpc>
                <a:spcPct val="115000"/>
              </a:lnSpc>
              <a:spcBef>
                <a:spcPts val="0"/>
              </a:spcBef>
              <a:spcAft>
                <a:spcPts val="0"/>
              </a:spcAft>
              <a:buNone/>
            </a:pPr>
            <a:r>
              <a:rPr lang="en" sz="800">
                <a:solidFill>
                  <a:srgbClr val="E3DFD6"/>
                </a:solidFill>
                <a:latin typeface="Sora ExtraLight"/>
                <a:ea typeface="Sora ExtraLight"/>
                <a:cs typeface="Sora ExtraLight"/>
                <a:sym typeface="Sora ExtraLight"/>
              </a:rPr>
              <a:t>- atribut layanan</a:t>
            </a:r>
            <a:endParaRPr sz="800">
              <a:solidFill>
                <a:srgbClr val="E3DFD6"/>
              </a:solidFill>
              <a:latin typeface="Sora ExtraLight"/>
              <a:ea typeface="Sora ExtraLight"/>
              <a:cs typeface="Sora ExtraLight"/>
              <a:sym typeface="Sora ExtraLight"/>
            </a:endParaRPr>
          </a:p>
          <a:p>
            <a:pPr marL="0" lvl="0" indent="0" algn="l" rtl="0">
              <a:lnSpc>
                <a:spcPct val="115000"/>
              </a:lnSpc>
              <a:spcBef>
                <a:spcPts val="0"/>
              </a:spcBef>
              <a:spcAft>
                <a:spcPts val="0"/>
              </a:spcAft>
              <a:buNone/>
            </a:pPr>
            <a:r>
              <a:rPr lang="en" sz="800">
                <a:solidFill>
                  <a:srgbClr val="E3DFD6"/>
                </a:solidFill>
                <a:latin typeface="Sora ExtraLight"/>
                <a:ea typeface="Sora ExtraLight"/>
                <a:cs typeface="Sora ExtraLight"/>
                <a:sym typeface="Sora ExtraLight"/>
              </a:rPr>
              <a:t>- ulasan teks</a:t>
            </a:r>
            <a:endParaRPr sz="800">
              <a:solidFill>
                <a:srgbClr val="E3DFD6"/>
              </a:solidFill>
              <a:latin typeface="Sora ExtraLight"/>
              <a:ea typeface="Sora ExtraLight"/>
              <a:cs typeface="Sora ExtraLight"/>
              <a:sym typeface="Sora ExtraLight"/>
            </a:endParaRPr>
          </a:p>
          <a:p>
            <a:pPr marL="0" lvl="0" indent="0" algn="l" rtl="0">
              <a:lnSpc>
                <a:spcPct val="115000"/>
              </a:lnSpc>
              <a:spcBef>
                <a:spcPts val="0"/>
              </a:spcBef>
              <a:spcAft>
                <a:spcPts val="0"/>
              </a:spcAft>
              <a:buNone/>
            </a:pPr>
            <a:endParaRPr sz="800">
              <a:solidFill>
                <a:srgbClr val="E3DFD6"/>
              </a:solidFill>
              <a:latin typeface="Sora ExtraLight"/>
              <a:ea typeface="Sora ExtraLight"/>
              <a:cs typeface="Sora ExtraLight"/>
              <a:sym typeface="Sora ExtraLight"/>
            </a:endParaRPr>
          </a:p>
          <a:p>
            <a:pPr marL="0" lvl="0" indent="0" algn="l" rtl="0">
              <a:lnSpc>
                <a:spcPct val="115000"/>
              </a:lnSpc>
              <a:spcBef>
                <a:spcPts val="0"/>
              </a:spcBef>
              <a:spcAft>
                <a:spcPts val="0"/>
              </a:spcAft>
              <a:buNone/>
            </a:pPr>
            <a:r>
              <a:rPr lang="en" sz="800">
                <a:solidFill>
                  <a:srgbClr val="E3DFD6"/>
                </a:solidFill>
                <a:latin typeface="Sora ExtraLight"/>
                <a:ea typeface="Sora ExtraLight"/>
                <a:cs typeface="Sora ExtraLight"/>
                <a:sym typeface="Sora ExtraLight"/>
              </a:rPr>
              <a:t>Hanya 787 data (≈54%) yang memiliki informasi lengkap</a:t>
            </a:r>
            <a:endParaRPr sz="800">
              <a:solidFill>
                <a:srgbClr val="E3DFD6"/>
              </a:solidFill>
              <a:latin typeface="Sora ExtraLight"/>
              <a:ea typeface="Sora ExtraLight"/>
              <a:cs typeface="Sora ExtraLight"/>
              <a:sym typeface="Sora ExtraLight"/>
            </a:endParaRPr>
          </a:p>
        </p:txBody>
      </p:sp>
      <p:sp>
        <p:nvSpPr>
          <p:cNvPr id="958" name="Google Shape;958;p66"/>
          <p:cNvSpPr txBox="1"/>
          <p:nvPr/>
        </p:nvSpPr>
        <p:spPr>
          <a:xfrm>
            <a:off x="288000" y="3248154"/>
            <a:ext cx="1997400" cy="568500"/>
          </a:xfrm>
          <a:prstGeom prst="rect">
            <a:avLst/>
          </a:prstGeom>
          <a:noFill/>
          <a:ln>
            <a:noFill/>
          </a:ln>
        </p:spPr>
        <p:txBody>
          <a:bodyPr spcFirstLastPara="1" wrap="square" lIns="91425" tIns="91425" rIns="0" bIns="91425" anchor="t" anchorCtr="0">
            <a:noAutofit/>
          </a:bodyPr>
          <a:lstStyle/>
          <a:p>
            <a:pPr marL="0" lvl="0" indent="0" algn="l" rtl="0">
              <a:lnSpc>
                <a:spcPct val="115000"/>
              </a:lnSpc>
              <a:spcBef>
                <a:spcPts val="0"/>
              </a:spcBef>
              <a:spcAft>
                <a:spcPts val="0"/>
              </a:spcAft>
              <a:buNone/>
            </a:pPr>
            <a:r>
              <a:rPr lang="en" sz="800" b="1">
                <a:solidFill>
                  <a:srgbClr val="41CC6B"/>
                </a:solidFill>
                <a:latin typeface="Sora"/>
                <a:ea typeface="Sora"/>
                <a:cs typeface="Sora"/>
                <a:sym typeface="Sora"/>
              </a:rPr>
              <a:t>Insight</a:t>
            </a:r>
            <a:endParaRPr sz="800" b="1">
              <a:solidFill>
                <a:srgbClr val="41CC6B"/>
              </a:solidFill>
              <a:latin typeface="Sora"/>
              <a:ea typeface="Sora"/>
              <a:cs typeface="Sora"/>
              <a:sym typeface="Sora"/>
            </a:endParaRPr>
          </a:p>
          <a:p>
            <a:pPr marL="0" lvl="0" indent="0" algn="l" rtl="0">
              <a:lnSpc>
                <a:spcPct val="115000"/>
              </a:lnSpc>
              <a:spcBef>
                <a:spcPts val="0"/>
              </a:spcBef>
              <a:spcAft>
                <a:spcPts val="0"/>
              </a:spcAft>
              <a:buNone/>
            </a:pPr>
            <a:r>
              <a:rPr lang="en" sz="800">
                <a:solidFill>
                  <a:srgbClr val="E3DFD6"/>
                </a:solidFill>
                <a:latin typeface="Sora ExtraLight"/>
                <a:ea typeface="Sora ExtraLight"/>
                <a:cs typeface="Sora ExtraLight"/>
                <a:sym typeface="Sora ExtraLight"/>
              </a:rPr>
              <a:t>Tidak semua pelanggan mengisi survey secara lengkap</a:t>
            </a:r>
            <a:endParaRPr sz="800">
              <a:solidFill>
                <a:srgbClr val="E3DFD6"/>
              </a:solidFill>
              <a:latin typeface="Sora ExtraLight"/>
              <a:ea typeface="Sora ExtraLight"/>
              <a:cs typeface="Sora ExtraLight"/>
              <a:sym typeface="Sora ExtraLight"/>
            </a:endParaRPr>
          </a:p>
        </p:txBody>
      </p:sp>
      <p:sp>
        <p:nvSpPr>
          <p:cNvPr id="959" name="Google Shape;959;p66"/>
          <p:cNvSpPr txBox="1"/>
          <p:nvPr/>
        </p:nvSpPr>
        <p:spPr>
          <a:xfrm>
            <a:off x="288000" y="3816654"/>
            <a:ext cx="1997400" cy="568500"/>
          </a:xfrm>
          <a:prstGeom prst="rect">
            <a:avLst/>
          </a:prstGeom>
          <a:noFill/>
          <a:ln>
            <a:noFill/>
          </a:ln>
        </p:spPr>
        <p:txBody>
          <a:bodyPr spcFirstLastPara="1" wrap="square" lIns="91425" tIns="91425" rIns="0" bIns="91425" anchor="t" anchorCtr="0">
            <a:noAutofit/>
          </a:bodyPr>
          <a:lstStyle/>
          <a:p>
            <a:pPr marL="0" lvl="0" indent="0" algn="l" rtl="0">
              <a:lnSpc>
                <a:spcPct val="115000"/>
              </a:lnSpc>
              <a:spcBef>
                <a:spcPts val="0"/>
              </a:spcBef>
              <a:spcAft>
                <a:spcPts val="0"/>
              </a:spcAft>
              <a:buNone/>
            </a:pPr>
            <a:r>
              <a:rPr lang="en" sz="800" b="1">
                <a:solidFill>
                  <a:schemeClr val="accent2"/>
                </a:solidFill>
                <a:latin typeface="Sora"/>
                <a:ea typeface="Sora"/>
                <a:cs typeface="Sora"/>
                <a:sym typeface="Sora"/>
              </a:rPr>
              <a:t>Implication</a:t>
            </a:r>
            <a:endParaRPr sz="800" b="1">
              <a:solidFill>
                <a:schemeClr val="accent2"/>
              </a:solidFill>
              <a:latin typeface="Sora"/>
              <a:ea typeface="Sora"/>
              <a:cs typeface="Sora"/>
              <a:sym typeface="Sora"/>
            </a:endParaRPr>
          </a:p>
          <a:p>
            <a:pPr marL="0" lvl="0" indent="0" algn="l" rtl="0">
              <a:lnSpc>
                <a:spcPct val="115000"/>
              </a:lnSpc>
              <a:spcBef>
                <a:spcPts val="0"/>
              </a:spcBef>
              <a:spcAft>
                <a:spcPts val="0"/>
              </a:spcAft>
              <a:buNone/>
            </a:pPr>
            <a:r>
              <a:rPr lang="en" sz="800">
                <a:solidFill>
                  <a:srgbClr val="E3DFD6"/>
                </a:solidFill>
                <a:latin typeface="Sora ExtraLight"/>
                <a:ea typeface="Sora ExtraLight"/>
                <a:cs typeface="Sora ExtraLight"/>
                <a:sym typeface="Sora ExtraLight"/>
              </a:rPr>
              <a:t>Analisis difokuskan pada data yang lengkap dan valid</a:t>
            </a:r>
            <a:endParaRPr sz="800">
              <a:solidFill>
                <a:srgbClr val="E3DFD6"/>
              </a:solidFill>
              <a:latin typeface="Sora ExtraLight"/>
              <a:ea typeface="Sora ExtraLight"/>
              <a:cs typeface="Sora ExtraLight"/>
              <a:sym typeface="Sora ExtraLight"/>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p67"/>
          <p:cNvSpPr txBox="1">
            <a:spLocks noGrp="1"/>
          </p:cNvSpPr>
          <p:nvPr>
            <p:ph type="title" idx="2"/>
          </p:nvPr>
        </p:nvSpPr>
        <p:spPr>
          <a:xfrm>
            <a:off x="115025" y="87875"/>
            <a:ext cx="7280700" cy="6417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3300"/>
              <a:t>Data Cleaning &amp; Preparation</a:t>
            </a:r>
            <a:endParaRPr sz="3300"/>
          </a:p>
        </p:txBody>
      </p:sp>
      <p:cxnSp>
        <p:nvCxnSpPr>
          <p:cNvPr id="965" name="Google Shape;965;p67"/>
          <p:cNvCxnSpPr/>
          <p:nvPr/>
        </p:nvCxnSpPr>
        <p:spPr>
          <a:xfrm flipH="1">
            <a:off x="2420556" y="1655550"/>
            <a:ext cx="6300" cy="3073200"/>
          </a:xfrm>
          <a:prstGeom prst="straightConnector1">
            <a:avLst/>
          </a:prstGeom>
          <a:noFill/>
          <a:ln w="19050" cap="flat" cmpd="sng">
            <a:solidFill>
              <a:schemeClr val="accent5"/>
            </a:solidFill>
            <a:prstDash val="solid"/>
            <a:round/>
            <a:headEnd type="none" w="med" len="med"/>
            <a:tailEnd type="none" w="med" len="med"/>
          </a:ln>
        </p:spPr>
      </p:cxnSp>
      <p:sp>
        <p:nvSpPr>
          <p:cNvPr id="966" name="Google Shape;966;p67"/>
          <p:cNvSpPr txBox="1">
            <a:spLocks noGrp="1"/>
          </p:cNvSpPr>
          <p:nvPr>
            <p:ph type="body" idx="1"/>
          </p:nvPr>
        </p:nvSpPr>
        <p:spPr>
          <a:xfrm>
            <a:off x="332400" y="2477750"/>
            <a:ext cx="1997400" cy="1284900"/>
          </a:xfrm>
          <a:prstGeom prst="rect">
            <a:avLst/>
          </a:prstGeom>
        </p:spPr>
        <p:txBody>
          <a:bodyPr spcFirstLastPara="1" wrap="square" lIns="91425" tIns="91425" rIns="0" bIns="91425" anchor="t" anchorCtr="0">
            <a:noAutofit/>
          </a:bodyPr>
          <a:lstStyle/>
          <a:p>
            <a:pPr marL="0" lvl="0" indent="0" algn="l" rtl="0">
              <a:lnSpc>
                <a:spcPct val="115000"/>
              </a:lnSpc>
              <a:spcBef>
                <a:spcPts val="0"/>
              </a:spcBef>
              <a:spcAft>
                <a:spcPts val="0"/>
              </a:spcAft>
              <a:buNone/>
            </a:pPr>
            <a:r>
              <a:rPr lang="en" sz="800" b="1">
                <a:solidFill>
                  <a:schemeClr val="lt2"/>
                </a:solidFill>
                <a:latin typeface="Sora"/>
                <a:ea typeface="Sora"/>
                <a:cs typeface="Sora"/>
                <a:sym typeface="Sora"/>
              </a:rPr>
              <a:t>Note</a:t>
            </a:r>
            <a:endParaRPr sz="800">
              <a:solidFill>
                <a:schemeClr val="lt2"/>
              </a:solidFill>
            </a:endParaRPr>
          </a:p>
          <a:p>
            <a:pPr marL="0" lvl="0" indent="0" algn="l" rtl="0">
              <a:lnSpc>
                <a:spcPct val="115000"/>
              </a:lnSpc>
              <a:spcBef>
                <a:spcPts val="0"/>
              </a:spcBef>
              <a:spcAft>
                <a:spcPts val="0"/>
              </a:spcAft>
              <a:buNone/>
            </a:pPr>
            <a:r>
              <a:rPr lang="en" sz="800"/>
              <a:t>Proses ini:</a:t>
            </a:r>
            <a:endParaRPr sz="800"/>
          </a:p>
          <a:p>
            <a:pPr marL="0" lvl="0" indent="0" algn="l" rtl="0">
              <a:lnSpc>
                <a:spcPct val="115000"/>
              </a:lnSpc>
              <a:spcBef>
                <a:spcPts val="0"/>
              </a:spcBef>
              <a:spcAft>
                <a:spcPts val="0"/>
              </a:spcAft>
              <a:buNone/>
            </a:pPr>
            <a:r>
              <a:rPr lang="en" sz="800"/>
              <a:t>- Menghapus data dengan missing values pada variabel utama</a:t>
            </a:r>
            <a:endParaRPr sz="800"/>
          </a:p>
          <a:p>
            <a:pPr marL="0" lvl="0" indent="0" algn="l" rtl="0">
              <a:lnSpc>
                <a:spcPct val="115000"/>
              </a:lnSpc>
              <a:spcBef>
                <a:spcPts val="0"/>
              </a:spcBef>
              <a:spcAft>
                <a:spcPts val="0"/>
              </a:spcAft>
              <a:buNone/>
            </a:pPr>
            <a:r>
              <a:rPr lang="en" sz="800"/>
              <a:t>- Menghasilkan dataset bersih sebanyak 787 data</a:t>
            </a:r>
            <a:endParaRPr sz="800"/>
          </a:p>
          <a:p>
            <a:pPr marL="0" lvl="0" indent="0" algn="l" rtl="0">
              <a:lnSpc>
                <a:spcPct val="115000"/>
              </a:lnSpc>
              <a:spcBef>
                <a:spcPts val="0"/>
              </a:spcBef>
              <a:spcAft>
                <a:spcPts val="0"/>
              </a:spcAft>
              <a:buNone/>
            </a:pPr>
            <a:r>
              <a:rPr lang="en" sz="800"/>
              <a:t>- Mengubah format tanggal menjadi datetime</a:t>
            </a:r>
            <a:endParaRPr sz="800"/>
          </a:p>
        </p:txBody>
      </p:sp>
      <p:pic>
        <p:nvPicPr>
          <p:cNvPr id="967" name="Google Shape;967;p67"/>
          <p:cNvPicPr preferRelativeResize="0"/>
          <p:nvPr/>
        </p:nvPicPr>
        <p:blipFill>
          <a:blip r:embed="rId3">
            <a:alphaModFix/>
          </a:blip>
          <a:stretch>
            <a:fillRect/>
          </a:stretch>
        </p:blipFill>
        <p:spPr>
          <a:xfrm>
            <a:off x="3154650" y="1721638"/>
            <a:ext cx="5004061" cy="279712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1"/>
        <p:cNvGrpSpPr/>
        <p:nvPr/>
      </p:nvGrpSpPr>
      <p:grpSpPr>
        <a:xfrm>
          <a:off x="0" y="0"/>
          <a:ext cx="0" cy="0"/>
          <a:chOff x="0" y="0"/>
          <a:chExt cx="0" cy="0"/>
        </a:xfrm>
      </p:grpSpPr>
      <p:sp>
        <p:nvSpPr>
          <p:cNvPr id="972" name="Google Shape;972;p68"/>
          <p:cNvSpPr txBox="1">
            <a:spLocks noGrp="1"/>
          </p:cNvSpPr>
          <p:nvPr>
            <p:ph type="title" idx="3"/>
          </p:nvPr>
        </p:nvSpPr>
        <p:spPr>
          <a:xfrm>
            <a:off x="1578538" y="1713275"/>
            <a:ext cx="1834500" cy="520200"/>
          </a:xfrm>
          <a:prstGeom prst="rect">
            <a:avLst/>
          </a:prstGeom>
        </p:spPr>
        <p:txBody>
          <a:bodyPr spcFirstLastPara="1" wrap="square" lIns="91425" tIns="0" rIns="91425" bIns="91425" anchor="t" anchorCtr="0">
            <a:noAutofit/>
          </a:bodyPr>
          <a:lstStyle/>
          <a:p>
            <a:pPr marL="0" marR="0" lvl="0" indent="0" algn="l" rtl="0">
              <a:lnSpc>
                <a:spcPct val="90000"/>
              </a:lnSpc>
              <a:spcBef>
                <a:spcPts val="0"/>
              </a:spcBef>
              <a:spcAft>
                <a:spcPts val="0"/>
              </a:spcAft>
              <a:buNone/>
            </a:pPr>
            <a:r>
              <a:rPr lang="en"/>
              <a:t>Customer Satisfaction Metrics</a:t>
            </a:r>
            <a:endParaRPr/>
          </a:p>
        </p:txBody>
      </p:sp>
      <p:sp>
        <p:nvSpPr>
          <p:cNvPr id="973" name="Google Shape;973;p68"/>
          <p:cNvSpPr txBox="1">
            <a:spLocks noGrp="1"/>
          </p:cNvSpPr>
          <p:nvPr>
            <p:ph type="title" idx="4"/>
          </p:nvPr>
        </p:nvSpPr>
        <p:spPr>
          <a:xfrm>
            <a:off x="4097713" y="1713275"/>
            <a:ext cx="1834500" cy="520200"/>
          </a:xfrm>
          <a:prstGeom prst="rect">
            <a:avLst/>
          </a:prstGeom>
        </p:spPr>
        <p:txBody>
          <a:bodyPr spcFirstLastPara="1" wrap="square" lIns="91425" tIns="0" rIns="91425" bIns="91425" anchor="t" anchorCtr="0">
            <a:noAutofit/>
          </a:bodyPr>
          <a:lstStyle/>
          <a:p>
            <a:pPr marL="0" lvl="0" indent="0" algn="l" rtl="0">
              <a:spcBef>
                <a:spcPts val="0"/>
              </a:spcBef>
              <a:spcAft>
                <a:spcPts val="0"/>
              </a:spcAft>
              <a:buNone/>
            </a:pPr>
            <a:r>
              <a:rPr lang="en"/>
              <a:t>Sentiment Analysis</a:t>
            </a:r>
            <a:endParaRPr/>
          </a:p>
        </p:txBody>
      </p:sp>
      <p:sp>
        <p:nvSpPr>
          <p:cNvPr id="974" name="Google Shape;974;p68"/>
          <p:cNvSpPr txBox="1">
            <a:spLocks noGrp="1"/>
          </p:cNvSpPr>
          <p:nvPr>
            <p:ph type="body" idx="1"/>
          </p:nvPr>
        </p:nvSpPr>
        <p:spPr>
          <a:xfrm>
            <a:off x="1578550" y="2296650"/>
            <a:ext cx="1834500" cy="1797600"/>
          </a:xfrm>
          <a:prstGeom prst="rect">
            <a:avLst/>
          </a:prstGeom>
        </p:spPr>
        <p:txBody>
          <a:bodyPr spcFirstLastPara="1" wrap="square" lIns="91425" tIns="91425" rIns="0" bIns="91425" anchor="t" anchorCtr="0">
            <a:normAutofit/>
          </a:bodyPr>
          <a:lstStyle/>
          <a:p>
            <a:pPr marL="0" lvl="0" indent="0" algn="l" rtl="0">
              <a:lnSpc>
                <a:spcPct val="90000"/>
              </a:lnSpc>
              <a:spcBef>
                <a:spcPts val="0"/>
              </a:spcBef>
              <a:spcAft>
                <a:spcPts val="0"/>
              </a:spcAft>
              <a:buNone/>
            </a:pPr>
            <a:r>
              <a:rPr lang="en" sz="900"/>
              <a:t>Overall Rating → </a:t>
            </a:r>
            <a:r>
              <a:rPr lang="en" sz="900" b="1">
                <a:latin typeface="Sora"/>
                <a:ea typeface="Sora"/>
                <a:cs typeface="Sora"/>
                <a:sym typeface="Sora"/>
              </a:rPr>
              <a:t>CSAT</a:t>
            </a:r>
            <a:endParaRPr sz="900" b="1">
              <a:latin typeface="Sora"/>
              <a:ea typeface="Sora"/>
              <a:cs typeface="Sora"/>
              <a:sym typeface="Sora"/>
            </a:endParaRPr>
          </a:p>
          <a:p>
            <a:pPr marL="0" lvl="0" indent="0" algn="l" rtl="0">
              <a:lnSpc>
                <a:spcPct val="90000"/>
              </a:lnSpc>
              <a:spcBef>
                <a:spcPts val="0"/>
              </a:spcBef>
              <a:spcAft>
                <a:spcPts val="0"/>
              </a:spcAft>
              <a:buNone/>
            </a:pPr>
            <a:endParaRPr sz="900"/>
          </a:p>
          <a:p>
            <a:pPr marL="0" lvl="0" indent="0" algn="l" rtl="0">
              <a:lnSpc>
                <a:spcPct val="90000"/>
              </a:lnSpc>
              <a:spcBef>
                <a:spcPts val="0"/>
              </a:spcBef>
              <a:spcAft>
                <a:spcPts val="0"/>
              </a:spcAft>
              <a:buNone/>
            </a:pPr>
            <a:r>
              <a:rPr lang="en" sz="900"/>
              <a:t>Likelihood to Recommend → </a:t>
            </a:r>
            <a:r>
              <a:rPr lang="en" sz="900" b="1">
                <a:latin typeface="Sora"/>
                <a:ea typeface="Sora"/>
                <a:cs typeface="Sora"/>
                <a:sym typeface="Sora"/>
              </a:rPr>
              <a:t>NPS</a:t>
            </a:r>
            <a:endParaRPr sz="900" b="1">
              <a:latin typeface="Sora"/>
              <a:ea typeface="Sora"/>
              <a:cs typeface="Sora"/>
              <a:sym typeface="Sora"/>
            </a:endParaRPr>
          </a:p>
          <a:p>
            <a:pPr marL="0" lvl="0" indent="0" algn="l" rtl="0">
              <a:lnSpc>
                <a:spcPct val="90000"/>
              </a:lnSpc>
              <a:spcBef>
                <a:spcPts val="0"/>
              </a:spcBef>
              <a:spcAft>
                <a:spcPts val="0"/>
              </a:spcAft>
              <a:buNone/>
            </a:pPr>
            <a:endParaRPr sz="900"/>
          </a:p>
          <a:p>
            <a:pPr marL="0" lvl="0" indent="0" algn="l" rtl="0">
              <a:lnSpc>
                <a:spcPct val="90000"/>
              </a:lnSpc>
              <a:spcBef>
                <a:spcPts val="0"/>
              </a:spcBef>
              <a:spcAft>
                <a:spcPts val="0"/>
              </a:spcAft>
              <a:buNone/>
            </a:pPr>
            <a:r>
              <a:rPr lang="en" sz="900"/>
              <a:t>Ease of Use → </a:t>
            </a:r>
            <a:r>
              <a:rPr lang="en" sz="900" b="1">
                <a:latin typeface="Sora"/>
                <a:ea typeface="Sora"/>
                <a:cs typeface="Sora"/>
                <a:sym typeface="Sora"/>
              </a:rPr>
              <a:t>CES</a:t>
            </a:r>
            <a:endParaRPr sz="900" b="1">
              <a:latin typeface="Sora"/>
              <a:ea typeface="Sora"/>
              <a:cs typeface="Sora"/>
              <a:sym typeface="Sora"/>
            </a:endParaRPr>
          </a:p>
        </p:txBody>
      </p:sp>
      <p:cxnSp>
        <p:nvCxnSpPr>
          <p:cNvPr id="975" name="Google Shape;975;p68"/>
          <p:cNvCxnSpPr/>
          <p:nvPr/>
        </p:nvCxnSpPr>
        <p:spPr>
          <a:xfrm rot="5400000">
            <a:off x="2504338" y="2957825"/>
            <a:ext cx="2489100" cy="0"/>
          </a:xfrm>
          <a:prstGeom prst="straightConnector1">
            <a:avLst/>
          </a:prstGeom>
          <a:noFill/>
          <a:ln w="19050" cap="flat" cmpd="sng">
            <a:solidFill>
              <a:schemeClr val="accent5"/>
            </a:solidFill>
            <a:prstDash val="solid"/>
            <a:round/>
            <a:headEnd type="none" w="med" len="med"/>
            <a:tailEnd type="none" w="med" len="med"/>
          </a:ln>
        </p:spPr>
      </p:cxnSp>
      <p:sp>
        <p:nvSpPr>
          <p:cNvPr id="976" name="Google Shape;976;p68"/>
          <p:cNvSpPr txBox="1">
            <a:spLocks noGrp="1"/>
          </p:cNvSpPr>
          <p:nvPr>
            <p:ph type="title" idx="2"/>
          </p:nvPr>
        </p:nvSpPr>
        <p:spPr>
          <a:xfrm>
            <a:off x="115025" y="87875"/>
            <a:ext cx="7280700" cy="6417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3300"/>
              <a:t>Key Variables Identification</a:t>
            </a:r>
            <a:endParaRPr sz="3300"/>
          </a:p>
        </p:txBody>
      </p:sp>
      <p:sp>
        <p:nvSpPr>
          <p:cNvPr id="977" name="Google Shape;977;p68"/>
          <p:cNvSpPr txBox="1">
            <a:spLocks noGrp="1"/>
          </p:cNvSpPr>
          <p:nvPr>
            <p:ph type="body" idx="1"/>
          </p:nvPr>
        </p:nvSpPr>
        <p:spPr>
          <a:xfrm>
            <a:off x="4084750" y="2296650"/>
            <a:ext cx="1834500" cy="1797600"/>
          </a:xfrm>
          <a:prstGeom prst="rect">
            <a:avLst/>
          </a:prstGeom>
        </p:spPr>
        <p:txBody>
          <a:bodyPr spcFirstLastPara="1" wrap="square" lIns="91425" tIns="91425" rIns="0" bIns="91425" anchor="t" anchorCtr="0">
            <a:normAutofit/>
          </a:bodyPr>
          <a:lstStyle/>
          <a:p>
            <a:pPr marL="0" lvl="0" indent="0" algn="l" rtl="0">
              <a:lnSpc>
                <a:spcPct val="90000"/>
              </a:lnSpc>
              <a:spcBef>
                <a:spcPts val="0"/>
              </a:spcBef>
              <a:spcAft>
                <a:spcPts val="0"/>
              </a:spcAft>
              <a:buNone/>
            </a:pPr>
            <a:r>
              <a:rPr lang="en" sz="900"/>
              <a:t>Overall Text → </a:t>
            </a:r>
            <a:r>
              <a:rPr lang="en" sz="900" b="1">
                <a:latin typeface="Sora"/>
                <a:ea typeface="Sora"/>
                <a:cs typeface="Sora"/>
                <a:sym typeface="Sora"/>
              </a:rPr>
              <a:t>Sentiment Analysis</a:t>
            </a:r>
            <a:endParaRPr sz="900" b="1">
              <a:latin typeface="Sora"/>
              <a:ea typeface="Sora"/>
              <a:cs typeface="Sora"/>
              <a:sym typeface="Sora"/>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1"/>
        <p:cNvGrpSpPr/>
        <p:nvPr/>
      </p:nvGrpSpPr>
      <p:grpSpPr>
        <a:xfrm>
          <a:off x="0" y="0"/>
          <a:ext cx="0" cy="0"/>
          <a:chOff x="0" y="0"/>
          <a:chExt cx="0" cy="0"/>
        </a:xfrm>
      </p:grpSpPr>
      <p:sp>
        <p:nvSpPr>
          <p:cNvPr id="982" name="Google Shape;982;p69"/>
          <p:cNvSpPr txBox="1">
            <a:spLocks noGrp="1"/>
          </p:cNvSpPr>
          <p:nvPr>
            <p:ph type="title"/>
          </p:nvPr>
        </p:nvSpPr>
        <p:spPr>
          <a:xfrm>
            <a:off x="74600" y="2282175"/>
            <a:ext cx="6329400" cy="2049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dk2"/>
                </a:solidFill>
              </a:rPr>
              <a:t>Method Analysis</a:t>
            </a:r>
            <a:endParaRPr>
              <a:solidFill>
                <a:schemeClr val="dk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p70"/>
          <p:cNvSpPr txBox="1">
            <a:spLocks noGrp="1"/>
          </p:cNvSpPr>
          <p:nvPr>
            <p:ph type="title" idx="2"/>
          </p:nvPr>
        </p:nvSpPr>
        <p:spPr>
          <a:xfrm>
            <a:off x="115025" y="87875"/>
            <a:ext cx="7280700" cy="6417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3300"/>
              <a:t>Customer Satisfaction Score (CSAT)</a:t>
            </a:r>
            <a:endParaRPr sz="3300"/>
          </a:p>
        </p:txBody>
      </p:sp>
      <p:cxnSp>
        <p:nvCxnSpPr>
          <p:cNvPr id="988" name="Google Shape;988;p70"/>
          <p:cNvCxnSpPr/>
          <p:nvPr/>
        </p:nvCxnSpPr>
        <p:spPr>
          <a:xfrm flipH="1">
            <a:off x="2420556" y="1655550"/>
            <a:ext cx="6300" cy="3073200"/>
          </a:xfrm>
          <a:prstGeom prst="straightConnector1">
            <a:avLst/>
          </a:prstGeom>
          <a:noFill/>
          <a:ln w="19050" cap="flat" cmpd="sng">
            <a:solidFill>
              <a:schemeClr val="accent5"/>
            </a:solidFill>
            <a:prstDash val="solid"/>
            <a:round/>
            <a:headEnd type="none" w="med" len="med"/>
            <a:tailEnd type="none" w="med" len="med"/>
          </a:ln>
        </p:spPr>
      </p:cxnSp>
      <p:sp>
        <p:nvSpPr>
          <p:cNvPr id="989" name="Google Shape;989;p70"/>
          <p:cNvSpPr txBox="1">
            <a:spLocks noGrp="1"/>
          </p:cNvSpPr>
          <p:nvPr>
            <p:ph type="body" idx="1"/>
          </p:nvPr>
        </p:nvSpPr>
        <p:spPr>
          <a:xfrm>
            <a:off x="288000" y="2587700"/>
            <a:ext cx="1997400" cy="1065000"/>
          </a:xfrm>
          <a:prstGeom prst="rect">
            <a:avLst/>
          </a:prstGeom>
        </p:spPr>
        <p:txBody>
          <a:bodyPr spcFirstLastPara="1" wrap="square" lIns="91425" tIns="91425" rIns="0" bIns="91425" anchor="t" anchorCtr="0">
            <a:noAutofit/>
          </a:bodyPr>
          <a:lstStyle/>
          <a:p>
            <a:pPr marL="0" lvl="0" indent="0" algn="l" rtl="0">
              <a:lnSpc>
                <a:spcPct val="115000"/>
              </a:lnSpc>
              <a:spcBef>
                <a:spcPts val="0"/>
              </a:spcBef>
              <a:spcAft>
                <a:spcPts val="0"/>
              </a:spcAft>
              <a:buNone/>
            </a:pPr>
            <a:r>
              <a:rPr lang="en" sz="800" b="1">
                <a:solidFill>
                  <a:schemeClr val="lt2"/>
                </a:solidFill>
                <a:latin typeface="Sora"/>
                <a:ea typeface="Sora"/>
                <a:cs typeface="Sora"/>
                <a:sym typeface="Sora"/>
              </a:rPr>
              <a:t>Note</a:t>
            </a:r>
            <a:endParaRPr sz="800">
              <a:solidFill>
                <a:schemeClr val="lt2"/>
              </a:solidFill>
            </a:endParaRPr>
          </a:p>
          <a:p>
            <a:pPr marL="0" lvl="0" indent="0" algn="l" rtl="0">
              <a:lnSpc>
                <a:spcPct val="115000"/>
              </a:lnSpc>
              <a:spcBef>
                <a:spcPts val="0"/>
              </a:spcBef>
              <a:spcAft>
                <a:spcPts val="0"/>
              </a:spcAft>
              <a:buNone/>
            </a:pPr>
            <a:r>
              <a:rPr lang="en" sz="800"/>
              <a:t>CSAT dihitung berdasarkan proporsi pelanggan yang puas, dengan kriteria:</a:t>
            </a:r>
            <a:endParaRPr sz="800"/>
          </a:p>
          <a:p>
            <a:pPr marL="0" lvl="0" indent="0" algn="l" rtl="0">
              <a:lnSpc>
                <a:spcPct val="115000"/>
              </a:lnSpc>
              <a:spcBef>
                <a:spcPts val="0"/>
              </a:spcBef>
              <a:spcAft>
                <a:spcPts val="0"/>
              </a:spcAft>
              <a:buNone/>
            </a:pPr>
            <a:endParaRPr sz="800"/>
          </a:p>
          <a:p>
            <a:pPr marL="0" lvl="0" indent="0" algn="l" rtl="0">
              <a:lnSpc>
                <a:spcPct val="115000"/>
              </a:lnSpc>
              <a:spcBef>
                <a:spcPts val="0"/>
              </a:spcBef>
              <a:spcAft>
                <a:spcPts val="0"/>
              </a:spcAft>
              <a:buNone/>
            </a:pPr>
            <a:r>
              <a:rPr lang="en" sz="800"/>
              <a:t>- Rating ≥ 4 → satisfied</a:t>
            </a:r>
            <a:endParaRPr sz="800"/>
          </a:p>
          <a:p>
            <a:pPr marL="0" lvl="0" indent="0" algn="l" rtl="0">
              <a:lnSpc>
                <a:spcPct val="115000"/>
              </a:lnSpc>
              <a:spcBef>
                <a:spcPts val="0"/>
              </a:spcBef>
              <a:spcAft>
                <a:spcPts val="0"/>
              </a:spcAft>
              <a:buNone/>
            </a:pPr>
            <a:r>
              <a:rPr lang="en" sz="800"/>
              <a:t>- Rating &lt; 4 → not satisfied</a:t>
            </a:r>
            <a:endParaRPr sz="800"/>
          </a:p>
        </p:txBody>
      </p:sp>
      <p:pic>
        <p:nvPicPr>
          <p:cNvPr id="990" name="Google Shape;990;p70"/>
          <p:cNvPicPr preferRelativeResize="0"/>
          <p:nvPr/>
        </p:nvPicPr>
        <p:blipFill>
          <a:blip r:embed="rId3">
            <a:alphaModFix/>
          </a:blip>
          <a:stretch>
            <a:fillRect/>
          </a:stretch>
        </p:blipFill>
        <p:spPr>
          <a:xfrm>
            <a:off x="2698551" y="2234425"/>
            <a:ext cx="5651750" cy="191545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94"/>
        <p:cNvGrpSpPr/>
        <p:nvPr/>
      </p:nvGrpSpPr>
      <p:grpSpPr>
        <a:xfrm>
          <a:off x="0" y="0"/>
          <a:ext cx="0" cy="0"/>
          <a:chOff x="0" y="0"/>
          <a:chExt cx="0" cy="0"/>
        </a:xfrm>
      </p:grpSpPr>
      <p:sp>
        <p:nvSpPr>
          <p:cNvPr id="995" name="Google Shape;995;p71"/>
          <p:cNvSpPr txBox="1">
            <a:spLocks noGrp="1"/>
          </p:cNvSpPr>
          <p:nvPr>
            <p:ph type="title" idx="2"/>
          </p:nvPr>
        </p:nvSpPr>
        <p:spPr>
          <a:xfrm>
            <a:off x="115025" y="87875"/>
            <a:ext cx="7280700" cy="6417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3300"/>
              <a:t>Net Promoter Score (NPS)</a:t>
            </a:r>
            <a:endParaRPr sz="3300"/>
          </a:p>
        </p:txBody>
      </p:sp>
      <p:cxnSp>
        <p:nvCxnSpPr>
          <p:cNvPr id="996" name="Google Shape;996;p71"/>
          <p:cNvCxnSpPr/>
          <p:nvPr/>
        </p:nvCxnSpPr>
        <p:spPr>
          <a:xfrm flipH="1">
            <a:off x="2420556" y="1655550"/>
            <a:ext cx="6300" cy="3073200"/>
          </a:xfrm>
          <a:prstGeom prst="straightConnector1">
            <a:avLst/>
          </a:prstGeom>
          <a:noFill/>
          <a:ln w="19050" cap="flat" cmpd="sng">
            <a:solidFill>
              <a:schemeClr val="accent5"/>
            </a:solidFill>
            <a:prstDash val="solid"/>
            <a:round/>
            <a:headEnd type="none" w="med" len="med"/>
            <a:tailEnd type="none" w="med" len="med"/>
          </a:ln>
        </p:spPr>
      </p:cxnSp>
      <p:sp>
        <p:nvSpPr>
          <p:cNvPr id="997" name="Google Shape;997;p71"/>
          <p:cNvSpPr txBox="1">
            <a:spLocks noGrp="1"/>
          </p:cNvSpPr>
          <p:nvPr>
            <p:ph type="body" idx="1"/>
          </p:nvPr>
        </p:nvSpPr>
        <p:spPr>
          <a:xfrm>
            <a:off x="288000" y="2552850"/>
            <a:ext cx="1997400" cy="1278600"/>
          </a:xfrm>
          <a:prstGeom prst="rect">
            <a:avLst/>
          </a:prstGeom>
        </p:spPr>
        <p:txBody>
          <a:bodyPr spcFirstLastPara="1" wrap="square" lIns="91425" tIns="91425" rIns="0" bIns="91425" anchor="t" anchorCtr="0">
            <a:noAutofit/>
          </a:bodyPr>
          <a:lstStyle/>
          <a:p>
            <a:pPr marL="0" lvl="0" indent="0" algn="l" rtl="0">
              <a:lnSpc>
                <a:spcPct val="115000"/>
              </a:lnSpc>
              <a:spcBef>
                <a:spcPts val="0"/>
              </a:spcBef>
              <a:spcAft>
                <a:spcPts val="0"/>
              </a:spcAft>
              <a:buNone/>
            </a:pPr>
            <a:r>
              <a:rPr lang="en" sz="800" b="1">
                <a:solidFill>
                  <a:schemeClr val="lt2"/>
                </a:solidFill>
                <a:latin typeface="Sora"/>
                <a:ea typeface="Sora"/>
                <a:cs typeface="Sora"/>
                <a:sym typeface="Sora"/>
              </a:rPr>
              <a:t>Note</a:t>
            </a:r>
            <a:endParaRPr sz="800">
              <a:solidFill>
                <a:schemeClr val="lt2"/>
              </a:solidFill>
            </a:endParaRPr>
          </a:p>
          <a:p>
            <a:pPr marL="0" lvl="0" indent="0" algn="l" rtl="0">
              <a:lnSpc>
                <a:spcPct val="115000"/>
              </a:lnSpc>
              <a:spcBef>
                <a:spcPts val="0"/>
              </a:spcBef>
              <a:spcAft>
                <a:spcPts val="0"/>
              </a:spcAft>
              <a:buNone/>
            </a:pPr>
            <a:r>
              <a:rPr lang="en" sz="800"/>
              <a:t>NPS menghitung kemungkinan pelanggan merekomendasikan produk, dengan kriteria:</a:t>
            </a:r>
            <a:endParaRPr sz="800"/>
          </a:p>
          <a:p>
            <a:pPr marL="0" lvl="0" indent="0" algn="l" rtl="0">
              <a:lnSpc>
                <a:spcPct val="115000"/>
              </a:lnSpc>
              <a:spcBef>
                <a:spcPts val="0"/>
              </a:spcBef>
              <a:spcAft>
                <a:spcPts val="0"/>
              </a:spcAft>
              <a:buNone/>
            </a:pPr>
            <a:endParaRPr sz="800"/>
          </a:p>
          <a:p>
            <a:pPr marL="0" lvl="0" indent="0" algn="l" rtl="0">
              <a:lnSpc>
                <a:spcPct val="115000"/>
              </a:lnSpc>
              <a:spcBef>
                <a:spcPts val="0"/>
              </a:spcBef>
              <a:spcAft>
                <a:spcPts val="0"/>
              </a:spcAft>
              <a:buNone/>
            </a:pPr>
            <a:r>
              <a:rPr lang="en" sz="800"/>
              <a:t>- 0–6 → Detractor</a:t>
            </a:r>
            <a:endParaRPr sz="800"/>
          </a:p>
          <a:p>
            <a:pPr marL="0" lvl="0" indent="0" algn="l" rtl="0">
              <a:lnSpc>
                <a:spcPct val="115000"/>
              </a:lnSpc>
              <a:spcBef>
                <a:spcPts val="0"/>
              </a:spcBef>
              <a:spcAft>
                <a:spcPts val="0"/>
              </a:spcAft>
              <a:buNone/>
            </a:pPr>
            <a:r>
              <a:rPr lang="en" sz="800"/>
              <a:t>- 7–8 → Passive</a:t>
            </a:r>
            <a:endParaRPr sz="800"/>
          </a:p>
          <a:p>
            <a:pPr marL="0" lvl="0" indent="0" algn="l" rtl="0">
              <a:lnSpc>
                <a:spcPct val="115000"/>
              </a:lnSpc>
              <a:spcBef>
                <a:spcPts val="0"/>
              </a:spcBef>
              <a:spcAft>
                <a:spcPts val="0"/>
              </a:spcAft>
              <a:buNone/>
            </a:pPr>
            <a:r>
              <a:rPr lang="en" sz="800"/>
              <a:t>- 9–10 → Promoter</a:t>
            </a:r>
            <a:endParaRPr sz="800"/>
          </a:p>
        </p:txBody>
      </p:sp>
      <p:pic>
        <p:nvPicPr>
          <p:cNvPr id="998" name="Google Shape;998;p71"/>
          <p:cNvPicPr preferRelativeResize="0"/>
          <p:nvPr/>
        </p:nvPicPr>
        <p:blipFill>
          <a:blip r:embed="rId3">
            <a:alphaModFix/>
          </a:blip>
          <a:stretch>
            <a:fillRect/>
          </a:stretch>
        </p:blipFill>
        <p:spPr>
          <a:xfrm>
            <a:off x="2562006" y="2271388"/>
            <a:ext cx="6412343" cy="1841524"/>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02"/>
        <p:cNvGrpSpPr/>
        <p:nvPr/>
      </p:nvGrpSpPr>
      <p:grpSpPr>
        <a:xfrm>
          <a:off x="0" y="0"/>
          <a:ext cx="0" cy="0"/>
          <a:chOff x="0" y="0"/>
          <a:chExt cx="0" cy="0"/>
        </a:xfrm>
      </p:grpSpPr>
      <p:sp>
        <p:nvSpPr>
          <p:cNvPr id="1003" name="Google Shape;1003;p72"/>
          <p:cNvSpPr txBox="1">
            <a:spLocks noGrp="1"/>
          </p:cNvSpPr>
          <p:nvPr>
            <p:ph type="title" idx="2"/>
          </p:nvPr>
        </p:nvSpPr>
        <p:spPr>
          <a:xfrm>
            <a:off x="115025" y="87875"/>
            <a:ext cx="7280700" cy="6417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3300"/>
              <a:t>Customer Effort Score (CES)</a:t>
            </a:r>
            <a:endParaRPr sz="3300"/>
          </a:p>
        </p:txBody>
      </p:sp>
      <p:cxnSp>
        <p:nvCxnSpPr>
          <p:cNvPr id="1004" name="Google Shape;1004;p72"/>
          <p:cNvCxnSpPr/>
          <p:nvPr/>
        </p:nvCxnSpPr>
        <p:spPr>
          <a:xfrm flipH="1">
            <a:off x="2420556" y="1655550"/>
            <a:ext cx="6300" cy="3073200"/>
          </a:xfrm>
          <a:prstGeom prst="straightConnector1">
            <a:avLst/>
          </a:prstGeom>
          <a:noFill/>
          <a:ln w="19050" cap="flat" cmpd="sng">
            <a:solidFill>
              <a:schemeClr val="accent5"/>
            </a:solidFill>
            <a:prstDash val="solid"/>
            <a:round/>
            <a:headEnd type="none" w="med" len="med"/>
            <a:tailEnd type="none" w="med" len="med"/>
          </a:ln>
        </p:spPr>
      </p:cxnSp>
      <p:sp>
        <p:nvSpPr>
          <p:cNvPr id="1005" name="Google Shape;1005;p72"/>
          <p:cNvSpPr txBox="1">
            <a:spLocks noGrp="1"/>
          </p:cNvSpPr>
          <p:nvPr>
            <p:ph type="body" idx="1"/>
          </p:nvPr>
        </p:nvSpPr>
        <p:spPr>
          <a:xfrm>
            <a:off x="288000" y="2552850"/>
            <a:ext cx="1997400" cy="784800"/>
          </a:xfrm>
          <a:prstGeom prst="rect">
            <a:avLst/>
          </a:prstGeom>
        </p:spPr>
        <p:txBody>
          <a:bodyPr spcFirstLastPara="1" wrap="square" lIns="91425" tIns="91425" rIns="0" bIns="91425" anchor="t" anchorCtr="0">
            <a:noAutofit/>
          </a:bodyPr>
          <a:lstStyle/>
          <a:p>
            <a:pPr marL="0" lvl="0" indent="0" algn="l" rtl="0">
              <a:lnSpc>
                <a:spcPct val="115000"/>
              </a:lnSpc>
              <a:spcBef>
                <a:spcPts val="0"/>
              </a:spcBef>
              <a:spcAft>
                <a:spcPts val="0"/>
              </a:spcAft>
              <a:buNone/>
            </a:pPr>
            <a:r>
              <a:rPr lang="en" sz="800" b="1">
                <a:solidFill>
                  <a:schemeClr val="lt2"/>
                </a:solidFill>
                <a:latin typeface="Sora"/>
                <a:ea typeface="Sora"/>
                <a:cs typeface="Sora"/>
                <a:sym typeface="Sora"/>
              </a:rPr>
              <a:t>Note</a:t>
            </a:r>
            <a:endParaRPr sz="800">
              <a:solidFill>
                <a:schemeClr val="lt2"/>
              </a:solidFill>
            </a:endParaRPr>
          </a:p>
          <a:p>
            <a:pPr marL="0" lvl="0" indent="0" algn="l" rtl="0">
              <a:lnSpc>
                <a:spcPct val="115000"/>
              </a:lnSpc>
              <a:spcBef>
                <a:spcPts val="0"/>
              </a:spcBef>
              <a:spcAft>
                <a:spcPts val="0"/>
              </a:spcAft>
              <a:buNone/>
            </a:pPr>
            <a:r>
              <a:rPr lang="en" sz="800"/>
              <a:t>CES mengukur kemudahan penggunaan sistem menggunakan variabel ease_of_use sebagai proxy.</a:t>
            </a:r>
            <a:endParaRPr sz="800"/>
          </a:p>
        </p:txBody>
      </p:sp>
      <p:pic>
        <p:nvPicPr>
          <p:cNvPr id="1006" name="Google Shape;1006;p72"/>
          <p:cNvPicPr preferRelativeResize="0"/>
          <p:nvPr/>
        </p:nvPicPr>
        <p:blipFill>
          <a:blip r:embed="rId3">
            <a:alphaModFix/>
          </a:blip>
          <a:stretch>
            <a:fillRect/>
          </a:stretch>
        </p:blipFill>
        <p:spPr>
          <a:xfrm>
            <a:off x="2848946" y="2457996"/>
            <a:ext cx="5865776" cy="97452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p73"/>
          <p:cNvSpPr txBox="1">
            <a:spLocks noGrp="1"/>
          </p:cNvSpPr>
          <p:nvPr>
            <p:ph type="title"/>
          </p:nvPr>
        </p:nvSpPr>
        <p:spPr>
          <a:xfrm>
            <a:off x="74600" y="2282175"/>
            <a:ext cx="6329400" cy="2049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dk2"/>
                </a:solidFill>
              </a:rPr>
              <a:t>Sentiment Analysis</a:t>
            </a:r>
            <a:endParaRPr>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015"/>
        <p:cNvGrpSpPr/>
        <p:nvPr/>
      </p:nvGrpSpPr>
      <p:grpSpPr>
        <a:xfrm>
          <a:off x="0" y="0"/>
          <a:ext cx="0" cy="0"/>
          <a:chOff x="0" y="0"/>
          <a:chExt cx="0" cy="0"/>
        </a:xfrm>
      </p:grpSpPr>
      <p:sp>
        <p:nvSpPr>
          <p:cNvPr id="1016" name="Google Shape;1016;p74"/>
          <p:cNvSpPr txBox="1">
            <a:spLocks noGrp="1"/>
          </p:cNvSpPr>
          <p:nvPr>
            <p:ph type="title" idx="2"/>
          </p:nvPr>
        </p:nvSpPr>
        <p:spPr>
          <a:xfrm>
            <a:off x="115025" y="87875"/>
            <a:ext cx="7280700" cy="6417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3300"/>
              <a:t>Sentiment Analysis Method</a:t>
            </a:r>
            <a:endParaRPr sz="3300"/>
          </a:p>
        </p:txBody>
      </p:sp>
      <p:cxnSp>
        <p:nvCxnSpPr>
          <p:cNvPr id="1017" name="Google Shape;1017;p74"/>
          <p:cNvCxnSpPr/>
          <p:nvPr/>
        </p:nvCxnSpPr>
        <p:spPr>
          <a:xfrm flipH="1">
            <a:off x="2420556" y="1655550"/>
            <a:ext cx="6300" cy="3073200"/>
          </a:xfrm>
          <a:prstGeom prst="straightConnector1">
            <a:avLst/>
          </a:prstGeom>
          <a:noFill/>
          <a:ln w="19050" cap="flat" cmpd="sng">
            <a:solidFill>
              <a:schemeClr val="accent5"/>
            </a:solidFill>
            <a:prstDash val="solid"/>
            <a:round/>
            <a:headEnd type="none" w="med" len="med"/>
            <a:tailEnd type="none" w="med" len="med"/>
          </a:ln>
        </p:spPr>
      </p:cxnSp>
      <p:sp>
        <p:nvSpPr>
          <p:cNvPr id="1018" name="Google Shape;1018;p74"/>
          <p:cNvSpPr txBox="1">
            <a:spLocks noGrp="1"/>
          </p:cNvSpPr>
          <p:nvPr>
            <p:ph type="body" idx="1"/>
          </p:nvPr>
        </p:nvSpPr>
        <p:spPr>
          <a:xfrm>
            <a:off x="272350" y="2190150"/>
            <a:ext cx="1997400" cy="2004000"/>
          </a:xfrm>
          <a:prstGeom prst="rect">
            <a:avLst/>
          </a:prstGeom>
        </p:spPr>
        <p:txBody>
          <a:bodyPr spcFirstLastPara="1" wrap="square" lIns="91425" tIns="91425" rIns="0" bIns="91425" anchor="t" anchorCtr="0">
            <a:noAutofit/>
          </a:bodyPr>
          <a:lstStyle/>
          <a:p>
            <a:pPr marL="0" lvl="0" indent="0" algn="l" rtl="0">
              <a:lnSpc>
                <a:spcPct val="115000"/>
              </a:lnSpc>
              <a:spcBef>
                <a:spcPts val="0"/>
              </a:spcBef>
              <a:spcAft>
                <a:spcPts val="0"/>
              </a:spcAft>
              <a:buNone/>
            </a:pPr>
            <a:r>
              <a:rPr lang="en" sz="800" b="1">
                <a:solidFill>
                  <a:schemeClr val="lt2"/>
                </a:solidFill>
                <a:latin typeface="Sora"/>
                <a:ea typeface="Sora"/>
                <a:cs typeface="Sora"/>
                <a:sym typeface="Sora"/>
              </a:rPr>
              <a:t>Note</a:t>
            </a:r>
            <a:endParaRPr sz="800">
              <a:solidFill>
                <a:schemeClr val="lt2"/>
              </a:solidFill>
            </a:endParaRPr>
          </a:p>
          <a:p>
            <a:pPr marL="0" lvl="0" indent="0" algn="l" rtl="0">
              <a:lnSpc>
                <a:spcPct val="115000"/>
              </a:lnSpc>
              <a:spcBef>
                <a:spcPts val="0"/>
              </a:spcBef>
              <a:spcAft>
                <a:spcPts val="0"/>
              </a:spcAft>
              <a:buNone/>
            </a:pPr>
            <a:r>
              <a:rPr lang="en" sz="800"/>
              <a:t>Analisis dilakukan pada data ulasan pelanggan (overall_text), dengan tahapan:</a:t>
            </a:r>
            <a:endParaRPr sz="800"/>
          </a:p>
          <a:p>
            <a:pPr marL="0" lvl="0" indent="0" algn="l" rtl="0">
              <a:lnSpc>
                <a:spcPct val="115000"/>
              </a:lnSpc>
              <a:spcBef>
                <a:spcPts val="0"/>
              </a:spcBef>
              <a:spcAft>
                <a:spcPts val="0"/>
              </a:spcAft>
              <a:buNone/>
            </a:pPr>
            <a:endParaRPr sz="800"/>
          </a:p>
          <a:p>
            <a:pPr marL="0" lvl="0" indent="0" algn="l" rtl="0">
              <a:lnSpc>
                <a:spcPct val="115000"/>
              </a:lnSpc>
              <a:spcBef>
                <a:spcPts val="0"/>
              </a:spcBef>
              <a:spcAft>
                <a:spcPts val="0"/>
              </a:spcAft>
              <a:buNone/>
            </a:pPr>
            <a:r>
              <a:rPr lang="en" sz="800"/>
              <a:t>- Text preprocessing (lowercasing, menghapus tanda baca dan stopwords)</a:t>
            </a:r>
            <a:endParaRPr sz="800"/>
          </a:p>
          <a:p>
            <a:pPr marL="0" lvl="0" indent="0" algn="l" rtl="0">
              <a:lnSpc>
                <a:spcPct val="115000"/>
              </a:lnSpc>
              <a:spcBef>
                <a:spcPts val="0"/>
              </a:spcBef>
              <a:spcAft>
                <a:spcPts val="0"/>
              </a:spcAft>
              <a:buNone/>
            </a:pPr>
            <a:r>
              <a:rPr lang="en" sz="800"/>
              <a:t>- Sentiment classification (menggunakan pendekatan lexicon-based / model sederhana)</a:t>
            </a:r>
            <a:endParaRPr sz="800"/>
          </a:p>
          <a:p>
            <a:pPr marL="0" lvl="0" indent="0" algn="l" rtl="0">
              <a:lnSpc>
                <a:spcPct val="115000"/>
              </a:lnSpc>
              <a:spcBef>
                <a:spcPts val="0"/>
              </a:spcBef>
              <a:spcAft>
                <a:spcPts val="0"/>
              </a:spcAft>
              <a:buNone/>
            </a:pPr>
            <a:r>
              <a:rPr lang="en" sz="800"/>
              <a:t>- Labeling hasil (positive, neutral, negative)</a:t>
            </a:r>
            <a:endParaRPr sz="800"/>
          </a:p>
        </p:txBody>
      </p:sp>
      <p:pic>
        <p:nvPicPr>
          <p:cNvPr id="1019" name="Google Shape;1019;p74"/>
          <p:cNvPicPr preferRelativeResize="0"/>
          <p:nvPr/>
        </p:nvPicPr>
        <p:blipFill>
          <a:blip r:embed="rId3">
            <a:alphaModFix/>
          </a:blip>
          <a:stretch>
            <a:fillRect/>
          </a:stretch>
        </p:blipFill>
        <p:spPr>
          <a:xfrm>
            <a:off x="2793900" y="2538413"/>
            <a:ext cx="5909149" cy="130747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023"/>
        <p:cNvGrpSpPr/>
        <p:nvPr/>
      </p:nvGrpSpPr>
      <p:grpSpPr>
        <a:xfrm>
          <a:off x="0" y="0"/>
          <a:ext cx="0" cy="0"/>
          <a:chOff x="0" y="0"/>
          <a:chExt cx="0" cy="0"/>
        </a:xfrm>
      </p:grpSpPr>
      <p:sp>
        <p:nvSpPr>
          <p:cNvPr id="1024" name="Google Shape;1024;p75"/>
          <p:cNvSpPr txBox="1">
            <a:spLocks noGrp="1"/>
          </p:cNvSpPr>
          <p:nvPr>
            <p:ph type="title" idx="2"/>
          </p:nvPr>
        </p:nvSpPr>
        <p:spPr>
          <a:xfrm>
            <a:off x="115025" y="87875"/>
            <a:ext cx="7280700" cy="6417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3300"/>
              <a:t>Text Preprocessing</a:t>
            </a:r>
            <a:endParaRPr sz="3300"/>
          </a:p>
        </p:txBody>
      </p:sp>
      <p:cxnSp>
        <p:nvCxnSpPr>
          <p:cNvPr id="1025" name="Google Shape;1025;p75"/>
          <p:cNvCxnSpPr/>
          <p:nvPr/>
        </p:nvCxnSpPr>
        <p:spPr>
          <a:xfrm flipH="1">
            <a:off x="2420556" y="1655550"/>
            <a:ext cx="6300" cy="3073200"/>
          </a:xfrm>
          <a:prstGeom prst="straightConnector1">
            <a:avLst/>
          </a:prstGeom>
          <a:noFill/>
          <a:ln w="19050" cap="flat" cmpd="sng">
            <a:solidFill>
              <a:schemeClr val="accent5"/>
            </a:solidFill>
            <a:prstDash val="solid"/>
            <a:round/>
            <a:headEnd type="none" w="med" len="med"/>
            <a:tailEnd type="none" w="med" len="med"/>
          </a:ln>
        </p:spPr>
      </p:cxnSp>
      <p:sp>
        <p:nvSpPr>
          <p:cNvPr id="1026" name="Google Shape;1026;p75"/>
          <p:cNvSpPr txBox="1">
            <a:spLocks noGrp="1"/>
          </p:cNvSpPr>
          <p:nvPr>
            <p:ph type="body" idx="1"/>
          </p:nvPr>
        </p:nvSpPr>
        <p:spPr>
          <a:xfrm>
            <a:off x="272350" y="2190150"/>
            <a:ext cx="1997400" cy="2004000"/>
          </a:xfrm>
          <a:prstGeom prst="rect">
            <a:avLst/>
          </a:prstGeom>
        </p:spPr>
        <p:txBody>
          <a:bodyPr spcFirstLastPara="1" wrap="square" lIns="91425" tIns="91425" rIns="0" bIns="91425" anchor="t" anchorCtr="0">
            <a:noAutofit/>
          </a:bodyPr>
          <a:lstStyle/>
          <a:p>
            <a:pPr marL="0" lvl="0" indent="0" algn="l" rtl="0">
              <a:lnSpc>
                <a:spcPct val="115000"/>
              </a:lnSpc>
              <a:spcBef>
                <a:spcPts val="0"/>
              </a:spcBef>
              <a:spcAft>
                <a:spcPts val="0"/>
              </a:spcAft>
              <a:buNone/>
            </a:pPr>
            <a:r>
              <a:rPr lang="en" sz="800" b="1">
                <a:solidFill>
                  <a:schemeClr val="lt2"/>
                </a:solidFill>
                <a:latin typeface="Sora"/>
                <a:ea typeface="Sora"/>
                <a:cs typeface="Sora"/>
                <a:sym typeface="Sora"/>
              </a:rPr>
              <a:t>Note</a:t>
            </a:r>
            <a:endParaRPr sz="800">
              <a:solidFill>
                <a:schemeClr val="lt2"/>
              </a:solidFill>
            </a:endParaRPr>
          </a:p>
          <a:p>
            <a:pPr marL="0" lvl="0" indent="0" algn="l" rtl="0">
              <a:lnSpc>
                <a:spcPct val="115000"/>
              </a:lnSpc>
              <a:spcBef>
                <a:spcPts val="0"/>
              </a:spcBef>
              <a:spcAft>
                <a:spcPts val="0"/>
              </a:spcAft>
              <a:buNone/>
            </a:pPr>
            <a:r>
              <a:rPr lang="en" sz="800"/>
              <a:t>Membersihkan teks menggunakan fungsi cleansing_text(), dimana prosesnya:</a:t>
            </a:r>
            <a:br>
              <a:rPr lang="en" sz="800"/>
            </a:br>
            <a:endParaRPr sz="800"/>
          </a:p>
          <a:p>
            <a:pPr marL="0" lvl="0" indent="0" algn="l" rtl="0">
              <a:lnSpc>
                <a:spcPct val="115000"/>
              </a:lnSpc>
              <a:spcBef>
                <a:spcPts val="0"/>
              </a:spcBef>
              <a:spcAft>
                <a:spcPts val="0"/>
              </a:spcAft>
              <a:buNone/>
            </a:pPr>
            <a:r>
              <a:rPr lang="en" sz="800"/>
              <a:t>- Menghapus spasi berlebih</a:t>
            </a:r>
            <a:endParaRPr sz="800"/>
          </a:p>
          <a:p>
            <a:pPr marL="0" lvl="0" indent="0" algn="l" rtl="0">
              <a:lnSpc>
                <a:spcPct val="115000"/>
              </a:lnSpc>
              <a:spcBef>
                <a:spcPts val="0"/>
              </a:spcBef>
              <a:spcAft>
                <a:spcPts val="0"/>
              </a:spcAft>
              <a:buNone/>
            </a:pPr>
            <a:r>
              <a:rPr lang="en" sz="800"/>
              <a:t>- Mengganti URL menjadi placeholder (http)</a:t>
            </a:r>
            <a:endParaRPr sz="800"/>
          </a:p>
          <a:p>
            <a:pPr marL="0" lvl="0" indent="0" algn="l" rtl="0">
              <a:lnSpc>
                <a:spcPct val="115000"/>
              </a:lnSpc>
              <a:spcBef>
                <a:spcPts val="0"/>
              </a:spcBef>
              <a:spcAft>
                <a:spcPts val="0"/>
              </a:spcAft>
              <a:buNone/>
            </a:pPr>
            <a:r>
              <a:rPr lang="en" sz="800"/>
              <a:t>- Mengganti username menjadi (@user)</a:t>
            </a:r>
            <a:endParaRPr sz="800"/>
          </a:p>
          <a:p>
            <a:pPr marL="0" lvl="0" indent="0" algn="l" rtl="0">
              <a:lnSpc>
                <a:spcPct val="115000"/>
              </a:lnSpc>
              <a:spcBef>
                <a:spcPts val="0"/>
              </a:spcBef>
              <a:spcAft>
                <a:spcPts val="0"/>
              </a:spcAft>
              <a:buNone/>
            </a:pPr>
            <a:endParaRPr sz="800"/>
          </a:p>
          <a:p>
            <a:pPr marL="0" lvl="0" indent="0" algn="l" rtl="0">
              <a:lnSpc>
                <a:spcPct val="115000"/>
              </a:lnSpc>
              <a:spcBef>
                <a:spcPts val="0"/>
              </a:spcBef>
              <a:spcAft>
                <a:spcPts val="0"/>
              </a:spcAft>
              <a:buNone/>
            </a:pPr>
            <a:r>
              <a:rPr lang="en" sz="800"/>
              <a:t>Proses ini menstandarkan teks sebelum analisis sentimen</a:t>
            </a:r>
            <a:endParaRPr sz="800"/>
          </a:p>
        </p:txBody>
      </p:sp>
      <p:pic>
        <p:nvPicPr>
          <p:cNvPr id="1027" name="Google Shape;1027;p75"/>
          <p:cNvPicPr preferRelativeResize="0"/>
          <p:nvPr/>
        </p:nvPicPr>
        <p:blipFill>
          <a:blip r:embed="rId3">
            <a:alphaModFix/>
          </a:blip>
          <a:stretch>
            <a:fillRect/>
          </a:stretch>
        </p:blipFill>
        <p:spPr>
          <a:xfrm>
            <a:off x="2577656" y="1686075"/>
            <a:ext cx="6412344" cy="301215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1"/>
        <p:cNvGrpSpPr/>
        <p:nvPr/>
      </p:nvGrpSpPr>
      <p:grpSpPr>
        <a:xfrm>
          <a:off x="0" y="0"/>
          <a:ext cx="0" cy="0"/>
          <a:chOff x="0" y="0"/>
          <a:chExt cx="0" cy="0"/>
        </a:xfrm>
      </p:grpSpPr>
      <p:sp>
        <p:nvSpPr>
          <p:cNvPr id="1032" name="Google Shape;1032;p76"/>
          <p:cNvSpPr txBox="1">
            <a:spLocks noGrp="1"/>
          </p:cNvSpPr>
          <p:nvPr>
            <p:ph type="title" idx="2"/>
          </p:nvPr>
        </p:nvSpPr>
        <p:spPr>
          <a:xfrm>
            <a:off x="115025" y="87875"/>
            <a:ext cx="7280700" cy="6417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3300"/>
              <a:t>Sentiment Scoring</a:t>
            </a:r>
            <a:endParaRPr sz="3300"/>
          </a:p>
        </p:txBody>
      </p:sp>
      <p:cxnSp>
        <p:nvCxnSpPr>
          <p:cNvPr id="1033" name="Google Shape;1033;p76"/>
          <p:cNvCxnSpPr/>
          <p:nvPr/>
        </p:nvCxnSpPr>
        <p:spPr>
          <a:xfrm flipH="1">
            <a:off x="2420556" y="1655550"/>
            <a:ext cx="6300" cy="3073200"/>
          </a:xfrm>
          <a:prstGeom prst="straightConnector1">
            <a:avLst/>
          </a:prstGeom>
          <a:noFill/>
          <a:ln w="19050" cap="flat" cmpd="sng">
            <a:solidFill>
              <a:schemeClr val="accent5"/>
            </a:solidFill>
            <a:prstDash val="solid"/>
            <a:round/>
            <a:headEnd type="none" w="med" len="med"/>
            <a:tailEnd type="none" w="med" len="med"/>
          </a:ln>
        </p:spPr>
      </p:cxnSp>
      <p:sp>
        <p:nvSpPr>
          <p:cNvPr id="1034" name="Google Shape;1034;p76"/>
          <p:cNvSpPr txBox="1">
            <a:spLocks noGrp="1"/>
          </p:cNvSpPr>
          <p:nvPr>
            <p:ph type="body" idx="1"/>
          </p:nvPr>
        </p:nvSpPr>
        <p:spPr>
          <a:xfrm>
            <a:off x="258300" y="2406600"/>
            <a:ext cx="1997400" cy="1571100"/>
          </a:xfrm>
          <a:prstGeom prst="rect">
            <a:avLst/>
          </a:prstGeom>
        </p:spPr>
        <p:txBody>
          <a:bodyPr spcFirstLastPara="1" wrap="square" lIns="91425" tIns="91425" rIns="0" bIns="91425" anchor="t" anchorCtr="0">
            <a:noAutofit/>
          </a:bodyPr>
          <a:lstStyle/>
          <a:p>
            <a:pPr marL="0" lvl="0" indent="0" algn="l" rtl="0">
              <a:lnSpc>
                <a:spcPct val="115000"/>
              </a:lnSpc>
              <a:spcBef>
                <a:spcPts val="0"/>
              </a:spcBef>
              <a:spcAft>
                <a:spcPts val="0"/>
              </a:spcAft>
              <a:buNone/>
            </a:pPr>
            <a:r>
              <a:rPr lang="en" sz="800" b="1">
                <a:solidFill>
                  <a:schemeClr val="lt2"/>
                </a:solidFill>
                <a:latin typeface="Sora"/>
                <a:ea typeface="Sora"/>
                <a:cs typeface="Sora"/>
                <a:sym typeface="Sora"/>
              </a:rPr>
              <a:t>Note</a:t>
            </a:r>
            <a:endParaRPr sz="800">
              <a:solidFill>
                <a:schemeClr val="lt2"/>
              </a:solidFill>
            </a:endParaRPr>
          </a:p>
          <a:p>
            <a:pPr marL="0" lvl="0" indent="0" algn="l" rtl="0">
              <a:lnSpc>
                <a:spcPct val="115000"/>
              </a:lnSpc>
              <a:spcBef>
                <a:spcPts val="0"/>
              </a:spcBef>
              <a:spcAft>
                <a:spcPts val="0"/>
              </a:spcAft>
              <a:buNone/>
            </a:pPr>
            <a:r>
              <a:rPr lang="en" sz="800"/>
              <a:t>Proses scoring::</a:t>
            </a:r>
            <a:endParaRPr sz="800"/>
          </a:p>
          <a:p>
            <a:pPr marL="0" lvl="0" indent="0" algn="l" rtl="0">
              <a:lnSpc>
                <a:spcPct val="115000"/>
              </a:lnSpc>
              <a:spcBef>
                <a:spcPts val="0"/>
              </a:spcBef>
              <a:spcAft>
                <a:spcPts val="0"/>
              </a:spcAft>
              <a:buNone/>
            </a:pPr>
            <a:endParaRPr sz="800"/>
          </a:p>
          <a:p>
            <a:pPr marL="0" lvl="0" indent="0" algn="l" rtl="0">
              <a:lnSpc>
                <a:spcPct val="115000"/>
              </a:lnSpc>
              <a:spcBef>
                <a:spcPts val="0"/>
              </a:spcBef>
              <a:spcAft>
                <a:spcPts val="0"/>
              </a:spcAft>
              <a:buNone/>
            </a:pPr>
            <a:r>
              <a:rPr lang="en" sz="800"/>
              <a:t>- Menggunakan library TextBlob</a:t>
            </a:r>
            <a:endParaRPr sz="800"/>
          </a:p>
          <a:p>
            <a:pPr marL="0" lvl="0" indent="0" algn="l" rtl="0">
              <a:lnSpc>
                <a:spcPct val="115000"/>
              </a:lnSpc>
              <a:spcBef>
                <a:spcPts val="0"/>
              </a:spcBef>
              <a:spcAft>
                <a:spcPts val="0"/>
              </a:spcAft>
              <a:buNone/>
            </a:pPr>
            <a:r>
              <a:rPr lang="en" sz="800"/>
              <a:t>- Setiap teks diberi skor polarity, dengan range -1 (negatif) sampai +1 (positif)</a:t>
            </a:r>
            <a:endParaRPr sz="800"/>
          </a:p>
          <a:p>
            <a:pPr marL="0" lvl="0" indent="0" algn="l" rtl="0">
              <a:lnSpc>
                <a:spcPct val="115000"/>
              </a:lnSpc>
              <a:spcBef>
                <a:spcPts val="0"/>
              </a:spcBef>
              <a:spcAft>
                <a:spcPts val="0"/>
              </a:spcAft>
              <a:buNone/>
            </a:pPr>
            <a:endParaRPr sz="800"/>
          </a:p>
          <a:p>
            <a:pPr marL="0" lvl="0" indent="0" algn="l" rtl="0">
              <a:lnSpc>
                <a:spcPct val="115000"/>
              </a:lnSpc>
              <a:spcBef>
                <a:spcPts val="0"/>
              </a:spcBef>
              <a:spcAft>
                <a:spcPts val="0"/>
              </a:spcAft>
              <a:buNone/>
            </a:pPr>
            <a:r>
              <a:rPr lang="en" sz="800"/>
              <a:t>Dimana hasil berupa nilai numerik untuk setiap ulasan</a:t>
            </a:r>
            <a:endParaRPr sz="800"/>
          </a:p>
        </p:txBody>
      </p:sp>
      <p:pic>
        <p:nvPicPr>
          <p:cNvPr id="1035" name="Google Shape;1035;p76"/>
          <p:cNvPicPr preferRelativeResize="0"/>
          <p:nvPr/>
        </p:nvPicPr>
        <p:blipFill>
          <a:blip r:embed="rId3">
            <a:alphaModFix/>
          </a:blip>
          <a:stretch>
            <a:fillRect/>
          </a:stretch>
        </p:blipFill>
        <p:spPr>
          <a:xfrm>
            <a:off x="3386200" y="1191774"/>
            <a:ext cx="4479900" cy="356572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039"/>
        <p:cNvGrpSpPr/>
        <p:nvPr/>
      </p:nvGrpSpPr>
      <p:grpSpPr>
        <a:xfrm>
          <a:off x="0" y="0"/>
          <a:ext cx="0" cy="0"/>
          <a:chOff x="0" y="0"/>
          <a:chExt cx="0" cy="0"/>
        </a:xfrm>
      </p:grpSpPr>
      <p:sp>
        <p:nvSpPr>
          <p:cNvPr id="1040" name="Google Shape;1040;p77"/>
          <p:cNvSpPr txBox="1">
            <a:spLocks noGrp="1"/>
          </p:cNvSpPr>
          <p:nvPr>
            <p:ph type="title" idx="2"/>
          </p:nvPr>
        </p:nvSpPr>
        <p:spPr>
          <a:xfrm>
            <a:off x="115025" y="87875"/>
            <a:ext cx="7280700" cy="6417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3300"/>
              <a:t>Sentiment Classification</a:t>
            </a:r>
            <a:endParaRPr sz="3300"/>
          </a:p>
        </p:txBody>
      </p:sp>
      <p:cxnSp>
        <p:nvCxnSpPr>
          <p:cNvPr id="1041" name="Google Shape;1041;p77"/>
          <p:cNvCxnSpPr/>
          <p:nvPr/>
        </p:nvCxnSpPr>
        <p:spPr>
          <a:xfrm flipH="1">
            <a:off x="2420556" y="1655550"/>
            <a:ext cx="6300" cy="3073200"/>
          </a:xfrm>
          <a:prstGeom prst="straightConnector1">
            <a:avLst/>
          </a:prstGeom>
          <a:noFill/>
          <a:ln w="19050" cap="flat" cmpd="sng">
            <a:solidFill>
              <a:schemeClr val="accent5"/>
            </a:solidFill>
            <a:prstDash val="solid"/>
            <a:round/>
            <a:headEnd type="none" w="med" len="med"/>
            <a:tailEnd type="none" w="med" len="med"/>
          </a:ln>
        </p:spPr>
      </p:cxnSp>
      <p:sp>
        <p:nvSpPr>
          <p:cNvPr id="1042" name="Google Shape;1042;p77"/>
          <p:cNvSpPr txBox="1">
            <a:spLocks noGrp="1"/>
          </p:cNvSpPr>
          <p:nvPr>
            <p:ph type="body" idx="1"/>
          </p:nvPr>
        </p:nvSpPr>
        <p:spPr>
          <a:xfrm>
            <a:off x="293425" y="2319038"/>
            <a:ext cx="1997400" cy="1563900"/>
          </a:xfrm>
          <a:prstGeom prst="rect">
            <a:avLst/>
          </a:prstGeom>
        </p:spPr>
        <p:txBody>
          <a:bodyPr spcFirstLastPara="1" wrap="square" lIns="91425" tIns="91425" rIns="0" bIns="91425" anchor="t" anchorCtr="0">
            <a:noAutofit/>
          </a:bodyPr>
          <a:lstStyle/>
          <a:p>
            <a:pPr marL="0" lvl="0" indent="0" algn="l" rtl="0">
              <a:lnSpc>
                <a:spcPct val="115000"/>
              </a:lnSpc>
              <a:spcBef>
                <a:spcPts val="0"/>
              </a:spcBef>
              <a:spcAft>
                <a:spcPts val="0"/>
              </a:spcAft>
              <a:buNone/>
            </a:pPr>
            <a:r>
              <a:rPr lang="en" sz="800" b="1">
                <a:solidFill>
                  <a:schemeClr val="lt2"/>
                </a:solidFill>
                <a:latin typeface="Sora"/>
                <a:ea typeface="Sora"/>
                <a:cs typeface="Sora"/>
                <a:sym typeface="Sora"/>
              </a:rPr>
              <a:t>Note</a:t>
            </a:r>
            <a:endParaRPr sz="800">
              <a:solidFill>
                <a:schemeClr val="lt2"/>
              </a:solidFill>
            </a:endParaRPr>
          </a:p>
          <a:p>
            <a:pPr marL="0" lvl="0" indent="0" algn="l" rtl="0">
              <a:lnSpc>
                <a:spcPct val="115000"/>
              </a:lnSpc>
              <a:spcBef>
                <a:spcPts val="0"/>
              </a:spcBef>
              <a:spcAft>
                <a:spcPts val="0"/>
              </a:spcAft>
              <a:buNone/>
            </a:pPr>
            <a:r>
              <a:rPr lang="en" sz="800"/>
              <a:t>Skor sentimen dikonversi menjadi kategori:</a:t>
            </a:r>
            <a:endParaRPr sz="800"/>
          </a:p>
          <a:p>
            <a:pPr marL="0" lvl="0" indent="0" algn="l" rtl="0">
              <a:lnSpc>
                <a:spcPct val="115000"/>
              </a:lnSpc>
              <a:spcBef>
                <a:spcPts val="0"/>
              </a:spcBef>
              <a:spcAft>
                <a:spcPts val="0"/>
              </a:spcAft>
              <a:buNone/>
            </a:pPr>
            <a:endParaRPr sz="800"/>
          </a:p>
          <a:p>
            <a:pPr marL="0" lvl="0" indent="0" algn="l" rtl="0">
              <a:lnSpc>
                <a:spcPct val="115000"/>
              </a:lnSpc>
              <a:spcBef>
                <a:spcPts val="0"/>
              </a:spcBef>
              <a:spcAft>
                <a:spcPts val="0"/>
              </a:spcAft>
              <a:buNone/>
            </a:pPr>
            <a:r>
              <a:rPr lang="en" sz="800"/>
              <a:t>- score &gt; 0 → Positive</a:t>
            </a:r>
            <a:endParaRPr sz="800"/>
          </a:p>
          <a:p>
            <a:pPr marL="0" lvl="0" indent="0" algn="l" rtl="0">
              <a:lnSpc>
                <a:spcPct val="115000"/>
              </a:lnSpc>
              <a:spcBef>
                <a:spcPts val="0"/>
              </a:spcBef>
              <a:spcAft>
                <a:spcPts val="0"/>
              </a:spcAft>
              <a:buNone/>
            </a:pPr>
            <a:r>
              <a:rPr lang="en" sz="800"/>
              <a:t>- score = 0 → Neutral</a:t>
            </a:r>
            <a:endParaRPr sz="800"/>
          </a:p>
          <a:p>
            <a:pPr marL="0" lvl="0" indent="0" algn="l" rtl="0">
              <a:lnSpc>
                <a:spcPct val="115000"/>
              </a:lnSpc>
              <a:spcBef>
                <a:spcPts val="0"/>
              </a:spcBef>
              <a:spcAft>
                <a:spcPts val="0"/>
              </a:spcAft>
              <a:buNone/>
            </a:pPr>
            <a:r>
              <a:rPr lang="en" sz="800"/>
              <a:t>- score &lt; 0 → Negative</a:t>
            </a:r>
            <a:endParaRPr sz="800"/>
          </a:p>
          <a:p>
            <a:pPr marL="0" lvl="0" indent="0" algn="l" rtl="0">
              <a:lnSpc>
                <a:spcPct val="115000"/>
              </a:lnSpc>
              <a:spcBef>
                <a:spcPts val="0"/>
              </a:spcBef>
              <a:spcAft>
                <a:spcPts val="0"/>
              </a:spcAft>
              <a:buNone/>
            </a:pPr>
            <a:endParaRPr sz="800"/>
          </a:p>
          <a:p>
            <a:pPr marL="0" lvl="0" indent="0" algn="l" rtl="0">
              <a:lnSpc>
                <a:spcPct val="115000"/>
              </a:lnSpc>
              <a:spcBef>
                <a:spcPts val="0"/>
              </a:spcBef>
              <a:spcAft>
                <a:spcPts val="0"/>
              </a:spcAft>
              <a:buNone/>
            </a:pPr>
            <a:r>
              <a:rPr lang="en" sz="800"/>
              <a:t>Maka setiap ulasan memiliki label sentimen</a:t>
            </a:r>
            <a:endParaRPr sz="800"/>
          </a:p>
        </p:txBody>
      </p:sp>
      <p:pic>
        <p:nvPicPr>
          <p:cNvPr id="1043" name="Google Shape;1043;p77"/>
          <p:cNvPicPr preferRelativeResize="0"/>
          <p:nvPr/>
        </p:nvPicPr>
        <p:blipFill>
          <a:blip r:embed="rId3">
            <a:alphaModFix/>
          </a:blip>
          <a:stretch>
            <a:fillRect/>
          </a:stretch>
        </p:blipFill>
        <p:spPr>
          <a:xfrm>
            <a:off x="2888001" y="1473240"/>
            <a:ext cx="5181198" cy="3255525"/>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p78"/>
          <p:cNvSpPr txBox="1">
            <a:spLocks noGrp="1"/>
          </p:cNvSpPr>
          <p:nvPr>
            <p:ph type="title" idx="2"/>
          </p:nvPr>
        </p:nvSpPr>
        <p:spPr>
          <a:xfrm>
            <a:off x="115025" y="87875"/>
            <a:ext cx="7280700" cy="6417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3300"/>
              <a:t>Sentiment Aggregation</a:t>
            </a:r>
            <a:endParaRPr sz="3300"/>
          </a:p>
        </p:txBody>
      </p:sp>
      <p:cxnSp>
        <p:nvCxnSpPr>
          <p:cNvPr id="1049" name="Google Shape;1049;p78"/>
          <p:cNvCxnSpPr/>
          <p:nvPr/>
        </p:nvCxnSpPr>
        <p:spPr>
          <a:xfrm flipH="1">
            <a:off x="2420556" y="1655550"/>
            <a:ext cx="6300" cy="3073200"/>
          </a:xfrm>
          <a:prstGeom prst="straightConnector1">
            <a:avLst/>
          </a:prstGeom>
          <a:noFill/>
          <a:ln w="19050" cap="flat" cmpd="sng">
            <a:solidFill>
              <a:schemeClr val="accent5"/>
            </a:solidFill>
            <a:prstDash val="solid"/>
            <a:round/>
            <a:headEnd type="none" w="med" len="med"/>
            <a:tailEnd type="none" w="med" len="med"/>
          </a:ln>
        </p:spPr>
      </p:cxnSp>
      <p:sp>
        <p:nvSpPr>
          <p:cNvPr id="1050" name="Google Shape;1050;p78"/>
          <p:cNvSpPr txBox="1">
            <a:spLocks noGrp="1"/>
          </p:cNvSpPr>
          <p:nvPr>
            <p:ph type="body" idx="1"/>
          </p:nvPr>
        </p:nvSpPr>
        <p:spPr>
          <a:xfrm>
            <a:off x="228600" y="2460599"/>
            <a:ext cx="1997400" cy="1463100"/>
          </a:xfrm>
          <a:prstGeom prst="rect">
            <a:avLst/>
          </a:prstGeom>
        </p:spPr>
        <p:txBody>
          <a:bodyPr spcFirstLastPara="1" wrap="square" lIns="91425" tIns="91425" rIns="0" bIns="91425" anchor="t" anchorCtr="0">
            <a:noAutofit/>
          </a:bodyPr>
          <a:lstStyle/>
          <a:p>
            <a:pPr marL="0" lvl="0" indent="0" algn="l" rtl="0">
              <a:lnSpc>
                <a:spcPct val="115000"/>
              </a:lnSpc>
              <a:spcBef>
                <a:spcPts val="0"/>
              </a:spcBef>
              <a:spcAft>
                <a:spcPts val="0"/>
              </a:spcAft>
              <a:buNone/>
            </a:pPr>
            <a:r>
              <a:rPr lang="en" sz="800" b="1">
                <a:solidFill>
                  <a:schemeClr val="lt2"/>
                </a:solidFill>
                <a:latin typeface="Sora"/>
                <a:ea typeface="Sora"/>
                <a:cs typeface="Sora"/>
                <a:sym typeface="Sora"/>
              </a:rPr>
              <a:t>Note</a:t>
            </a:r>
            <a:endParaRPr sz="800">
              <a:solidFill>
                <a:schemeClr val="lt2"/>
              </a:solidFill>
            </a:endParaRPr>
          </a:p>
          <a:p>
            <a:pPr marL="0" lvl="0" indent="0" algn="l" rtl="0">
              <a:lnSpc>
                <a:spcPct val="115000"/>
              </a:lnSpc>
              <a:spcBef>
                <a:spcPts val="0"/>
              </a:spcBef>
              <a:spcAft>
                <a:spcPts val="0"/>
              </a:spcAft>
              <a:buNone/>
            </a:pPr>
            <a:r>
              <a:rPr lang="en" sz="800"/>
              <a:t>Menghitung jumlah dan persentase tiap kategori sentimen. Digunakan untuk:</a:t>
            </a:r>
            <a:endParaRPr sz="800"/>
          </a:p>
          <a:p>
            <a:pPr marL="0" lvl="0" indent="0" algn="l" rtl="0">
              <a:lnSpc>
                <a:spcPct val="115000"/>
              </a:lnSpc>
              <a:spcBef>
                <a:spcPts val="0"/>
              </a:spcBef>
              <a:spcAft>
                <a:spcPts val="0"/>
              </a:spcAft>
              <a:buNone/>
            </a:pPr>
            <a:endParaRPr sz="800"/>
          </a:p>
          <a:p>
            <a:pPr marL="0" lvl="0" indent="0" algn="l" rtl="0">
              <a:lnSpc>
                <a:spcPct val="115000"/>
              </a:lnSpc>
              <a:spcBef>
                <a:spcPts val="0"/>
              </a:spcBef>
              <a:spcAft>
                <a:spcPts val="0"/>
              </a:spcAft>
              <a:buNone/>
            </a:pPr>
            <a:r>
              <a:rPr lang="en" sz="800"/>
              <a:t>- Melihat distribusi persepsi pelanggan</a:t>
            </a:r>
            <a:endParaRPr sz="800"/>
          </a:p>
          <a:p>
            <a:pPr marL="0" lvl="0" indent="0" algn="l" rtl="0">
              <a:lnSpc>
                <a:spcPct val="115000"/>
              </a:lnSpc>
              <a:spcBef>
                <a:spcPts val="0"/>
              </a:spcBef>
              <a:spcAft>
                <a:spcPts val="0"/>
              </a:spcAft>
              <a:buNone/>
            </a:pPr>
            <a:r>
              <a:rPr lang="en" sz="800"/>
              <a:t>- Mendukung analisis kepuasan pelanggan</a:t>
            </a:r>
            <a:endParaRPr sz="800"/>
          </a:p>
        </p:txBody>
      </p:sp>
      <p:pic>
        <p:nvPicPr>
          <p:cNvPr id="1051" name="Google Shape;1051;p78"/>
          <p:cNvPicPr preferRelativeResize="0"/>
          <p:nvPr/>
        </p:nvPicPr>
        <p:blipFill>
          <a:blip r:embed="rId3">
            <a:alphaModFix/>
          </a:blip>
          <a:stretch>
            <a:fillRect/>
          </a:stretch>
        </p:blipFill>
        <p:spPr>
          <a:xfrm>
            <a:off x="2719600" y="2054758"/>
            <a:ext cx="5836949" cy="227478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055"/>
        <p:cNvGrpSpPr/>
        <p:nvPr/>
      </p:nvGrpSpPr>
      <p:grpSpPr>
        <a:xfrm>
          <a:off x="0" y="0"/>
          <a:ext cx="0" cy="0"/>
          <a:chOff x="0" y="0"/>
          <a:chExt cx="0" cy="0"/>
        </a:xfrm>
      </p:grpSpPr>
      <p:sp>
        <p:nvSpPr>
          <p:cNvPr id="1056" name="Google Shape;1056;p79"/>
          <p:cNvSpPr txBox="1">
            <a:spLocks noGrp="1"/>
          </p:cNvSpPr>
          <p:nvPr>
            <p:ph type="title" idx="2"/>
          </p:nvPr>
        </p:nvSpPr>
        <p:spPr>
          <a:xfrm>
            <a:off x="115025" y="87875"/>
            <a:ext cx="7280700" cy="6417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3300"/>
              <a:t>Validation with Rating Data</a:t>
            </a:r>
            <a:endParaRPr sz="3300"/>
          </a:p>
        </p:txBody>
      </p:sp>
      <p:cxnSp>
        <p:nvCxnSpPr>
          <p:cNvPr id="1057" name="Google Shape;1057;p79"/>
          <p:cNvCxnSpPr/>
          <p:nvPr/>
        </p:nvCxnSpPr>
        <p:spPr>
          <a:xfrm flipH="1">
            <a:off x="2420556" y="1655550"/>
            <a:ext cx="6300" cy="3073200"/>
          </a:xfrm>
          <a:prstGeom prst="straightConnector1">
            <a:avLst/>
          </a:prstGeom>
          <a:noFill/>
          <a:ln w="19050" cap="flat" cmpd="sng">
            <a:solidFill>
              <a:schemeClr val="accent5"/>
            </a:solidFill>
            <a:prstDash val="solid"/>
            <a:round/>
            <a:headEnd type="none" w="med" len="med"/>
            <a:tailEnd type="none" w="med" len="med"/>
          </a:ln>
        </p:spPr>
      </p:cxnSp>
      <p:sp>
        <p:nvSpPr>
          <p:cNvPr id="1058" name="Google Shape;1058;p79"/>
          <p:cNvSpPr txBox="1">
            <a:spLocks noGrp="1"/>
          </p:cNvSpPr>
          <p:nvPr>
            <p:ph type="body" idx="1"/>
          </p:nvPr>
        </p:nvSpPr>
        <p:spPr>
          <a:xfrm>
            <a:off x="158450" y="2405100"/>
            <a:ext cx="2101200" cy="1574100"/>
          </a:xfrm>
          <a:prstGeom prst="rect">
            <a:avLst/>
          </a:prstGeom>
        </p:spPr>
        <p:txBody>
          <a:bodyPr spcFirstLastPara="1" wrap="square" lIns="91425" tIns="91425" rIns="0" bIns="91425" anchor="t" anchorCtr="0">
            <a:noAutofit/>
          </a:bodyPr>
          <a:lstStyle/>
          <a:p>
            <a:pPr marL="0" lvl="0" indent="0" algn="l" rtl="0">
              <a:lnSpc>
                <a:spcPct val="115000"/>
              </a:lnSpc>
              <a:spcBef>
                <a:spcPts val="0"/>
              </a:spcBef>
              <a:spcAft>
                <a:spcPts val="0"/>
              </a:spcAft>
              <a:buNone/>
            </a:pPr>
            <a:r>
              <a:rPr lang="en" sz="800" b="1">
                <a:solidFill>
                  <a:schemeClr val="lt2"/>
                </a:solidFill>
                <a:latin typeface="Sora"/>
                <a:ea typeface="Sora"/>
                <a:cs typeface="Sora"/>
                <a:sym typeface="Sora"/>
              </a:rPr>
              <a:t>Note</a:t>
            </a:r>
            <a:endParaRPr sz="800">
              <a:solidFill>
                <a:schemeClr val="lt2"/>
              </a:solidFill>
            </a:endParaRPr>
          </a:p>
          <a:p>
            <a:pPr marL="0" lvl="0" indent="0" algn="l" rtl="0">
              <a:lnSpc>
                <a:spcPct val="115000"/>
              </a:lnSpc>
              <a:spcBef>
                <a:spcPts val="0"/>
              </a:spcBef>
              <a:spcAft>
                <a:spcPts val="0"/>
              </a:spcAft>
              <a:buNone/>
            </a:pPr>
            <a:r>
              <a:rPr lang="en" sz="800"/>
              <a:t>Membandingkan hasil sentimen dengan rating pelanggan.</a:t>
            </a:r>
            <a:endParaRPr sz="800"/>
          </a:p>
          <a:p>
            <a:pPr marL="0" lvl="0" indent="0" algn="l" rtl="0">
              <a:lnSpc>
                <a:spcPct val="115000"/>
              </a:lnSpc>
              <a:spcBef>
                <a:spcPts val="0"/>
              </a:spcBef>
              <a:spcAft>
                <a:spcPts val="0"/>
              </a:spcAft>
              <a:buNone/>
            </a:pPr>
            <a:endParaRPr sz="800"/>
          </a:p>
          <a:p>
            <a:pPr marL="0" lvl="0" indent="0" algn="l" rtl="0">
              <a:lnSpc>
                <a:spcPct val="115000"/>
              </a:lnSpc>
              <a:spcBef>
                <a:spcPts val="0"/>
              </a:spcBef>
              <a:spcAft>
                <a:spcPts val="0"/>
              </a:spcAft>
              <a:buNone/>
            </a:pPr>
            <a:r>
              <a:rPr lang="en" sz="800"/>
              <a:t>Proses menggunakan crosstab antara sentiment dan rating.</a:t>
            </a:r>
            <a:endParaRPr sz="800"/>
          </a:p>
          <a:p>
            <a:pPr marL="0" lvl="0" indent="0" algn="l" rtl="0">
              <a:lnSpc>
                <a:spcPct val="115000"/>
              </a:lnSpc>
              <a:spcBef>
                <a:spcPts val="0"/>
              </a:spcBef>
              <a:spcAft>
                <a:spcPts val="0"/>
              </a:spcAft>
              <a:buNone/>
            </a:pPr>
            <a:endParaRPr sz="800"/>
          </a:p>
          <a:p>
            <a:pPr marL="0" lvl="0" indent="0" algn="l" rtl="0">
              <a:lnSpc>
                <a:spcPct val="115000"/>
              </a:lnSpc>
              <a:spcBef>
                <a:spcPts val="0"/>
              </a:spcBef>
              <a:spcAft>
                <a:spcPts val="0"/>
              </a:spcAft>
              <a:buNone/>
            </a:pPr>
            <a:r>
              <a:rPr lang="en" sz="800"/>
              <a:t>Bertujuan untuk memastikan konsistensi antara skor numerik (rating) dan persepsi tekstual (review).</a:t>
            </a:r>
            <a:endParaRPr sz="800"/>
          </a:p>
        </p:txBody>
      </p:sp>
      <p:pic>
        <p:nvPicPr>
          <p:cNvPr id="1059" name="Google Shape;1059;p79"/>
          <p:cNvPicPr preferRelativeResize="0"/>
          <p:nvPr/>
        </p:nvPicPr>
        <p:blipFill>
          <a:blip r:embed="rId3">
            <a:alphaModFix/>
          </a:blip>
          <a:stretch>
            <a:fillRect/>
          </a:stretch>
        </p:blipFill>
        <p:spPr>
          <a:xfrm>
            <a:off x="2683475" y="2482750"/>
            <a:ext cx="6168775" cy="1418800"/>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063"/>
        <p:cNvGrpSpPr/>
        <p:nvPr/>
      </p:nvGrpSpPr>
      <p:grpSpPr>
        <a:xfrm>
          <a:off x="0" y="0"/>
          <a:ext cx="0" cy="0"/>
          <a:chOff x="0" y="0"/>
          <a:chExt cx="0" cy="0"/>
        </a:xfrm>
      </p:grpSpPr>
      <p:sp>
        <p:nvSpPr>
          <p:cNvPr id="1064" name="Google Shape;1064;p80"/>
          <p:cNvSpPr txBox="1">
            <a:spLocks noGrp="1"/>
          </p:cNvSpPr>
          <p:nvPr>
            <p:ph type="title"/>
          </p:nvPr>
        </p:nvSpPr>
        <p:spPr>
          <a:xfrm>
            <a:off x="74600" y="2282175"/>
            <a:ext cx="6329400" cy="2049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a:solidFill>
                  <a:schemeClr val="dk2"/>
                </a:solidFill>
              </a:rPr>
              <a:t>Dashboard</a:t>
            </a:r>
            <a:endParaRPr>
              <a:solidFill>
                <a:schemeClr val="dk2"/>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068"/>
        <p:cNvGrpSpPr/>
        <p:nvPr/>
      </p:nvGrpSpPr>
      <p:grpSpPr>
        <a:xfrm>
          <a:off x="0" y="0"/>
          <a:ext cx="0" cy="0"/>
          <a:chOff x="0" y="0"/>
          <a:chExt cx="0" cy="0"/>
        </a:xfrm>
      </p:grpSpPr>
      <p:sp>
        <p:nvSpPr>
          <p:cNvPr id="1069" name="Google Shape;1069;p81"/>
          <p:cNvSpPr txBox="1">
            <a:spLocks noGrp="1"/>
          </p:cNvSpPr>
          <p:nvPr>
            <p:ph type="title" idx="2"/>
          </p:nvPr>
        </p:nvSpPr>
        <p:spPr>
          <a:xfrm>
            <a:off x="115025" y="87875"/>
            <a:ext cx="7280700" cy="5727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2800"/>
              <a:t>Customer Satisfaction &amp; Sentiment Analysis</a:t>
            </a:r>
            <a:endParaRPr sz="2800"/>
          </a:p>
        </p:txBody>
      </p:sp>
      <p:cxnSp>
        <p:nvCxnSpPr>
          <p:cNvPr id="1070" name="Google Shape;1070;p81"/>
          <p:cNvCxnSpPr/>
          <p:nvPr/>
        </p:nvCxnSpPr>
        <p:spPr>
          <a:xfrm flipH="1">
            <a:off x="2420556" y="1466090"/>
            <a:ext cx="6300" cy="3073200"/>
          </a:xfrm>
          <a:prstGeom prst="straightConnector1">
            <a:avLst/>
          </a:prstGeom>
          <a:noFill/>
          <a:ln w="19050" cap="flat" cmpd="sng">
            <a:solidFill>
              <a:schemeClr val="accent5"/>
            </a:solidFill>
            <a:prstDash val="solid"/>
            <a:round/>
            <a:headEnd type="none" w="med" len="med"/>
            <a:tailEnd type="none" w="med" len="med"/>
          </a:ln>
        </p:spPr>
      </p:cxnSp>
      <p:sp>
        <p:nvSpPr>
          <p:cNvPr id="1071" name="Google Shape;1071;p81"/>
          <p:cNvSpPr txBox="1">
            <a:spLocks noGrp="1"/>
          </p:cNvSpPr>
          <p:nvPr>
            <p:ph type="body" idx="1"/>
          </p:nvPr>
        </p:nvSpPr>
        <p:spPr>
          <a:xfrm>
            <a:off x="115150" y="1823400"/>
            <a:ext cx="2154600" cy="2358600"/>
          </a:xfrm>
          <a:prstGeom prst="rect">
            <a:avLst/>
          </a:prstGeom>
        </p:spPr>
        <p:txBody>
          <a:bodyPr spcFirstLastPara="1" wrap="square" lIns="91425" tIns="91425" rIns="0" bIns="91425" anchor="t" anchorCtr="0">
            <a:noAutofit/>
          </a:bodyPr>
          <a:lstStyle/>
          <a:p>
            <a:pPr marL="0" lvl="0" indent="0" algn="ctr" rtl="0">
              <a:lnSpc>
                <a:spcPct val="150000"/>
              </a:lnSpc>
              <a:spcBef>
                <a:spcPts val="0"/>
              </a:spcBef>
              <a:spcAft>
                <a:spcPts val="0"/>
              </a:spcAft>
              <a:buNone/>
            </a:pPr>
            <a:r>
              <a:rPr lang="en" b="1">
                <a:solidFill>
                  <a:schemeClr val="accent4"/>
                </a:solidFill>
                <a:latin typeface="Sora"/>
                <a:ea typeface="Sora"/>
                <a:cs typeface="Sora"/>
                <a:sym typeface="Sora"/>
              </a:rPr>
              <a:t>Key Findings</a:t>
            </a:r>
            <a:endParaRPr>
              <a:solidFill>
                <a:schemeClr val="accent4"/>
              </a:solidFill>
            </a:endParaRPr>
          </a:p>
          <a:p>
            <a:pPr marL="0" lvl="0" indent="0" algn="l" rtl="0">
              <a:lnSpc>
                <a:spcPct val="150000"/>
              </a:lnSpc>
              <a:spcBef>
                <a:spcPts val="0"/>
              </a:spcBef>
              <a:spcAft>
                <a:spcPts val="0"/>
              </a:spcAft>
              <a:buNone/>
            </a:pPr>
            <a:endParaRPr sz="800"/>
          </a:p>
          <a:p>
            <a:pPr marL="0" lvl="0" indent="0" algn="l" rtl="0">
              <a:lnSpc>
                <a:spcPct val="150000"/>
              </a:lnSpc>
              <a:spcBef>
                <a:spcPts val="0"/>
              </a:spcBef>
              <a:spcAft>
                <a:spcPts val="0"/>
              </a:spcAft>
              <a:buNone/>
            </a:pPr>
            <a:r>
              <a:rPr lang="en" sz="800"/>
              <a:t>- CSAT tinggi (94.41%) → </a:t>
            </a:r>
            <a:r>
              <a:rPr lang="en" sz="800" b="1">
                <a:latin typeface="Sora"/>
                <a:ea typeface="Sora"/>
                <a:cs typeface="Sora"/>
                <a:sym typeface="Sora"/>
              </a:rPr>
              <a:t>Mayoritas pelanggan puas</a:t>
            </a:r>
            <a:endParaRPr sz="800" b="1">
              <a:latin typeface="Sora"/>
              <a:ea typeface="Sora"/>
              <a:cs typeface="Sora"/>
              <a:sym typeface="Sora"/>
            </a:endParaRPr>
          </a:p>
          <a:p>
            <a:pPr marL="0" lvl="0" indent="0" algn="l" rtl="0">
              <a:lnSpc>
                <a:spcPct val="150000"/>
              </a:lnSpc>
              <a:spcBef>
                <a:spcPts val="0"/>
              </a:spcBef>
              <a:spcAft>
                <a:spcPts val="0"/>
              </a:spcAft>
              <a:buNone/>
            </a:pPr>
            <a:r>
              <a:rPr lang="en" sz="800"/>
              <a:t>- NPS relatif rendah (11.94) → </a:t>
            </a:r>
            <a:r>
              <a:rPr lang="en" sz="800" b="1">
                <a:latin typeface="Sora"/>
                <a:ea typeface="Sora"/>
                <a:cs typeface="Sora"/>
                <a:sym typeface="Sora"/>
              </a:rPr>
              <a:t>Kepuasan tinggi, tapi loyalitas belum optimal</a:t>
            </a:r>
            <a:endParaRPr sz="800" b="1">
              <a:latin typeface="Sora"/>
              <a:ea typeface="Sora"/>
              <a:cs typeface="Sora"/>
              <a:sym typeface="Sora"/>
            </a:endParaRPr>
          </a:p>
          <a:p>
            <a:pPr marL="0" lvl="0" indent="0" algn="l" rtl="0">
              <a:lnSpc>
                <a:spcPct val="150000"/>
              </a:lnSpc>
              <a:spcBef>
                <a:spcPts val="0"/>
              </a:spcBef>
              <a:spcAft>
                <a:spcPts val="0"/>
              </a:spcAft>
              <a:buNone/>
            </a:pPr>
            <a:r>
              <a:rPr lang="en" sz="800"/>
              <a:t>- Sentiment positif dominan (~81%) → </a:t>
            </a:r>
            <a:r>
              <a:rPr lang="en" sz="800" b="1">
                <a:latin typeface="Sora"/>
                <a:ea typeface="Sora"/>
                <a:cs typeface="Sora"/>
                <a:sym typeface="Sora"/>
              </a:rPr>
              <a:t>Persepsi pelanggan sangat baik</a:t>
            </a:r>
            <a:endParaRPr sz="800" b="1">
              <a:latin typeface="Sora"/>
              <a:ea typeface="Sora"/>
              <a:cs typeface="Sora"/>
              <a:sym typeface="Sora"/>
            </a:endParaRPr>
          </a:p>
          <a:p>
            <a:pPr marL="0" lvl="0" indent="0" algn="l" rtl="0">
              <a:lnSpc>
                <a:spcPct val="150000"/>
              </a:lnSpc>
              <a:spcBef>
                <a:spcPts val="0"/>
              </a:spcBef>
              <a:spcAft>
                <a:spcPts val="0"/>
              </a:spcAft>
              <a:buNone/>
            </a:pPr>
            <a:r>
              <a:rPr lang="en" sz="800"/>
              <a:t>- Terdapat mismatch dimana beberapa rating tinggi (5) memiliki sentiment negatif → </a:t>
            </a:r>
            <a:r>
              <a:rPr lang="en" sz="800" b="1">
                <a:latin typeface="Sora"/>
                <a:ea typeface="Sora"/>
                <a:cs typeface="Sora"/>
                <a:sym typeface="Sora"/>
              </a:rPr>
              <a:t>Indikasi hidden dissatisfaction</a:t>
            </a:r>
            <a:endParaRPr sz="800" b="1">
              <a:latin typeface="Sora"/>
              <a:ea typeface="Sora"/>
              <a:cs typeface="Sora"/>
              <a:sym typeface="Sora"/>
            </a:endParaRPr>
          </a:p>
        </p:txBody>
      </p:sp>
      <p:sp>
        <p:nvSpPr>
          <p:cNvPr id="1072" name="Google Shape;1072;p81"/>
          <p:cNvSpPr txBox="1">
            <a:spLocks noGrp="1"/>
          </p:cNvSpPr>
          <p:nvPr>
            <p:ph type="title" idx="2"/>
          </p:nvPr>
        </p:nvSpPr>
        <p:spPr>
          <a:xfrm>
            <a:off x="272350" y="556050"/>
            <a:ext cx="7280700" cy="3786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1400"/>
              <a:t>CSAT, NPS, CES &amp; Sentiment Insights</a:t>
            </a:r>
            <a:endParaRPr sz="1400"/>
          </a:p>
        </p:txBody>
      </p:sp>
      <p:pic>
        <p:nvPicPr>
          <p:cNvPr id="1073" name="Google Shape;1073;p81"/>
          <p:cNvPicPr preferRelativeResize="0"/>
          <p:nvPr/>
        </p:nvPicPr>
        <p:blipFill>
          <a:blip r:embed="rId3">
            <a:alphaModFix/>
          </a:blip>
          <a:stretch>
            <a:fillRect/>
          </a:stretch>
        </p:blipFill>
        <p:spPr>
          <a:xfrm>
            <a:off x="2577656" y="1185415"/>
            <a:ext cx="6412342" cy="3634562"/>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077"/>
        <p:cNvGrpSpPr/>
        <p:nvPr/>
      </p:nvGrpSpPr>
      <p:grpSpPr>
        <a:xfrm>
          <a:off x="0" y="0"/>
          <a:ext cx="0" cy="0"/>
          <a:chOff x="0" y="0"/>
          <a:chExt cx="0" cy="0"/>
        </a:xfrm>
      </p:grpSpPr>
      <p:sp>
        <p:nvSpPr>
          <p:cNvPr id="1078" name="Google Shape;1078;p82"/>
          <p:cNvSpPr txBox="1">
            <a:spLocks noGrp="1"/>
          </p:cNvSpPr>
          <p:nvPr>
            <p:ph type="title" idx="2"/>
          </p:nvPr>
        </p:nvSpPr>
        <p:spPr>
          <a:xfrm>
            <a:off x="115025" y="87875"/>
            <a:ext cx="7280700" cy="5727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2800"/>
              <a:t>Customer Satisfaction &amp; Sentiment Analysis</a:t>
            </a:r>
            <a:endParaRPr sz="2800"/>
          </a:p>
        </p:txBody>
      </p:sp>
      <p:cxnSp>
        <p:nvCxnSpPr>
          <p:cNvPr id="1079" name="Google Shape;1079;p82"/>
          <p:cNvCxnSpPr/>
          <p:nvPr/>
        </p:nvCxnSpPr>
        <p:spPr>
          <a:xfrm flipH="1">
            <a:off x="2420556" y="1466090"/>
            <a:ext cx="6300" cy="3073200"/>
          </a:xfrm>
          <a:prstGeom prst="straightConnector1">
            <a:avLst/>
          </a:prstGeom>
          <a:noFill/>
          <a:ln w="19050" cap="flat" cmpd="sng">
            <a:solidFill>
              <a:schemeClr val="accent5"/>
            </a:solidFill>
            <a:prstDash val="solid"/>
            <a:round/>
            <a:headEnd type="none" w="med" len="med"/>
            <a:tailEnd type="none" w="med" len="med"/>
          </a:ln>
        </p:spPr>
      </p:cxnSp>
      <p:sp>
        <p:nvSpPr>
          <p:cNvPr id="1080" name="Google Shape;1080;p82"/>
          <p:cNvSpPr txBox="1">
            <a:spLocks noGrp="1"/>
          </p:cNvSpPr>
          <p:nvPr>
            <p:ph type="body" idx="1"/>
          </p:nvPr>
        </p:nvSpPr>
        <p:spPr>
          <a:xfrm>
            <a:off x="115150" y="2097000"/>
            <a:ext cx="2154600" cy="1811400"/>
          </a:xfrm>
          <a:prstGeom prst="rect">
            <a:avLst/>
          </a:prstGeom>
        </p:spPr>
        <p:txBody>
          <a:bodyPr spcFirstLastPara="1" wrap="square" lIns="91425" tIns="91425" rIns="0" bIns="91425" anchor="t" anchorCtr="0">
            <a:noAutofit/>
          </a:bodyPr>
          <a:lstStyle/>
          <a:p>
            <a:pPr marL="0" lvl="0" indent="0" algn="ctr" rtl="0">
              <a:lnSpc>
                <a:spcPct val="150000"/>
              </a:lnSpc>
              <a:spcBef>
                <a:spcPts val="0"/>
              </a:spcBef>
              <a:spcAft>
                <a:spcPts val="0"/>
              </a:spcAft>
              <a:buNone/>
            </a:pPr>
            <a:r>
              <a:rPr lang="en" b="1">
                <a:solidFill>
                  <a:schemeClr val="accent4"/>
                </a:solidFill>
                <a:latin typeface="Sora"/>
                <a:ea typeface="Sora"/>
                <a:cs typeface="Sora"/>
                <a:sym typeface="Sora"/>
              </a:rPr>
              <a:t>Business Insights</a:t>
            </a:r>
            <a:endParaRPr>
              <a:solidFill>
                <a:schemeClr val="accent4"/>
              </a:solidFill>
            </a:endParaRPr>
          </a:p>
          <a:p>
            <a:pPr marL="0" lvl="0" indent="0" algn="l" rtl="0">
              <a:lnSpc>
                <a:spcPct val="150000"/>
              </a:lnSpc>
              <a:spcBef>
                <a:spcPts val="0"/>
              </a:spcBef>
              <a:spcAft>
                <a:spcPts val="0"/>
              </a:spcAft>
              <a:buNone/>
            </a:pPr>
            <a:endParaRPr sz="800"/>
          </a:p>
          <a:p>
            <a:pPr marL="0" lvl="0" indent="0" algn="l" rtl="0">
              <a:lnSpc>
                <a:spcPct val="150000"/>
              </a:lnSpc>
              <a:spcBef>
                <a:spcPts val="0"/>
              </a:spcBef>
              <a:spcAft>
                <a:spcPts val="0"/>
              </a:spcAft>
              <a:buNone/>
            </a:pPr>
            <a:r>
              <a:rPr lang="en" sz="800"/>
              <a:t>- Pelanggan cenderung puas, tetapi belum cukup terdorong untuk merekomendasikan</a:t>
            </a:r>
            <a:endParaRPr sz="800"/>
          </a:p>
          <a:p>
            <a:pPr marL="0" lvl="0" indent="0" algn="l" rtl="0">
              <a:lnSpc>
                <a:spcPct val="150000"/>
              </a:lnSpc>
              <a:spcBef>
                <a:spcPts val="0"/>
              </a:spcBef>
              <a:spcAft>
                <a:spcPts val="0"/>
              </a:spcAft>
              <a:buNone/>
            </a:pPr>
            <a:r>
              <a:rPr lang="en" sz="800"/>
              <a:t>- Neutral sentiment cukup signifikan, ada peluang peningkatan experience</a:t>
            </a:r>
            <a:endParaRPr sz="800"/>
          </a:p>
          <a:p>
            <a:pPr marL="0" lvl="0" indent="0" algn="l" rtl="0">
              <a:lnSpc>
                <a:spcPct val="150000"/>
              </a:lnSpc>
              <a:spcBef>
                <a:spcPts val="0"/>
              </a:spcBef>
              <a:spcAft>
                <a:spcPts val="0"/>
              </a:spcAft>
              <a:buNone/>
            </a:pPr>
            <a:r>
              <a:rPr lang="en" sz="800"/>
              <a:t>- Ulasan negatif meskipun kecil tetap kritikal, berpotensi berdampak ke churn</a:t>
            </a:r>
            <a:endParaRPr sz="800"/>
          </a:p>
        </p:txBody>
      </p:sp>
      <p:sp>
        <p:nvSpPr>
          <p:cNvPr id="1081" name="Google Shape;1081;p82"/>
          <p:cNvSpPr txBox="1">
            <a:spLocks noGrp="1"/>
          </p:cNvSpPr>
          <p:nvPr>
            <p:ph type="title" idx="2"/>
          </p:nvPr>
        </p:nvSpPr>
        <p:spPr>
          <a:xfrm>
            <a:off x="272350" y="556050"/>
            <a:ext cx="7280700" cy="3786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1400"/>
              <a:t>CSAT, NPS, CES &amp; Sentiment Insights</a:t>
            </a:r>
            <a:endParaRPr sz="1400"/>
          </a:p>
        </p:txBody>
      </p:sp>
      <p:pic>
        <p:nvPicPr>
          <p:cNvPr id="1082" name="Google Shape;1082;p82"/>
          <p:cNvPicPr preferRelativeResize="0"/>
          <p:nvPr/>
        </p:nvPicPr>
        <p:blipFill>
          <a:blip r:embed="rId3">
            <a:alphaModFix/>
          </a:blip>
          <a:stretch>
            <a:fillRect/>
          </a:stretch>
        </p:blipFill>
        <p:spPr>
          <a:xfrm>
            <a:off x="2577656" y="1185415"/>
            <a:ext cx="6412342" cy="3634562"/>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086"/>
        <p:cNvGrpSpPr/>
        <p:nvPr/>
      </p:nvGrpSpPr>
      <p:grpSpPr>
        <a:xfrm>
          <a:off x="0" y="0"/>
          <a:ext cx="0" cy="0"/>
          <a:chOff x="0" y="0"/>
          <a:chExt cx="0" cy="0"/>
        </a:xfrm>
      </p:grpSpPr>
      <p:sp>
        <p:nvSpPr>
          <p:cNvPr id="1087" name="Google Shape;1087;p83"/>
          <p:cNvSpPr txBox="1">
            <a:spLocks noGrp="1"/>
          </p:cNvSpPr>
          <p:nvPr>
            <p:ph type="title" idx="2"/>
          </p:nvPr>
        </p:nvSpPr>
        <p:spPr>
          <a:xfrm>
            <a:off x="115025" y="87875"/>
            <a:ext cx="7280700" cy="5727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2800"/>
              <a:t>Customer Satisfaction &amp; Sentiment Analysis</a:t>
            </a:r>
            <a:endParaRPr sz="2800"/>
          </a:p>
        </p:txBody>
      </p:sp>
      <p:cxnSp>
        <p:nvCxnSpPr>
          <p:cNvPr id="1088" name="Google Shape;1088;p83"/>
          <p:cNvCxnSpPr/>
          <p:nvPr/>
        </p:nvCxnSpPr>
        <p:spPr>
          <a:xfrm flipH="1">
            <a:off x="2420556" y="1466090"/>
            <a:ext cx="6300" cy="3073200"/>
          </a:xfrm>
          <a:prstGeom prst="straightConnector1">
            <a:avLst/>
          </a:prstGeom>
          <a:noFill/>
          <a:ln w="19050" cap="flat" cmpd="sng">
            <a:solidFill>
              <a:schemeClr val="accent5"/>
            </a:solidFill>
            <a:prstDash val="solid"/>
            <a:round/>
            <a:headEnd type="none" w="med" len="med"/>
            <a:tailEnd type="none" w="med" len="med"/>
          </a:ln>
        </p:spPr>
      </p:cxnSp>
      <p:sp>
        <p:nvSpPr>
          <p:cNvPr id="1089" name="Google Shape;1089;p83"/>
          <p:cNvSpPr txBox="1">
            <a:spLocks noGrp="1"/>
          </p:cNvSpPr>
          <p:nvPr>
            <p:ph type="body" idx="1"/>
          </p:nvPr>
        </p:nvSpPr>
        <p:spPr>
          <a:xfrm>
            <a:off x="115150" y="1918050"/>
            <a:ext cx="2154600" cy="2169300"/>
          </a:xfrm>
          <a:prstGeom prst="rect">
            <a:avLst/>
          </a:prstGeom>
        </p:spPr>
        <p:txBody>
          <a:bodyPr spcFirstLastPara="1" wrap="square" lIns="91425" tIns="91425" rIns="0" bIns="91425" anchor="t" anchorCtr="0">
            <a:noAutofit/>
          </a:bodyPr>
          <a:lstStyle/>
          <a:p>
            <a:pPr marL="0" lvl="0" indent="0" algn="ctr" rtl="0">
              <a:lnSpc>
                <a:spcPct val="150000"/>
              </a:lnSpc>
              <a:spcBef>
                <a:spcPts val="0"/>
              </a:spcBef>
              <a:spcAft>
                <a:spcPts val="0"/>
              </a:spcAft>
              <a:buNone/>
            </a:pPr>
            <a:r>
              <a:rPr lang="en" b="1">
                <a:solidFill>
                  <a:schemeClr val="accent4"/>
                </a:solidFill>
                <a:latin typeface="Sora"/>
                <a:ea typeface="Sora"/>
                <a:cs typeface="Sora"/>
                <a:sym typeface="Sora"/>
              </a:rPr>
              <a:t>Recommendations</a:t>
            </a:r>
            <a:endParaRPr>
              <a:solidFill>
                <a:schemeClr val="accent4"/>
              </a:solidFill>
            </a:endParaRPr>
          </a:p>
          <a:p>
            <a:pPr marL="0" lvl="0" indent="0" algn="l" rtl="0">
              <a:lnSpc>
                <a:spcPct val="150000"/>
              </a:lnSpc>
              <a:spcBef>
                <a:spcPts val="0"/>
              </a:spcBef>
              <a:spcAft>
                <a:spcPts val="0"/>
              </a:spcAft>
              <a:buNone/>
            </a:pPr>
            <a:endParaRPr sz="800"/>
          </a:p>
          <a:p>
            <a:pPr marL="0" lvl="0" indent="0" algn="l" rtl="0">
              <a:lnSpc>
                <a:spcPct val="150000"/>
              </a:lnSpc>
              <a:spcBef>
                <a:spcPts val="0"/>
              </a:spcBef>
              <a:spcAft>
                <a:spcPts val="0"/>
              </a:spcAft>
              <a:buNone/>
            </a:pPr>
            <a:r>
              <a:rPr lang="en" sz="800"/>
              <a:t>- </a:t>
            </a:r>
            <a:r>
              <a:rPr lang="en" sz="800" b="1">
                <a:latin typeface="Sora"/>
                <a:ea typeface="Sora"/>
                <a:cs typeface="Sora"/>
                <a:sym typeface="Sora"/>
              </a:rPr>
              <a:t>Improve Customer Experience (CES)</a:t>
            </a:r>
            <a:r>
              <a:rPr lang="en" sz="800"/>
              <a:t>, dengan menyederhanakan proses pelayanan</a:t>
            </a:r>
            <a:endParaRPr sz="800"/>
          </a:p>
          <a:p>
            <a:pPr marL="0" lvl="0" indent="0" algn="l" rtl="0">
              <a:lnSpc>
                <a:spcPct val="150000"/>
              </a:lnSpc>
              <a:spcBef>
                <a:spcPts val="0"/>
              </a:spcBef>
              <a:spcAft>
                <a:spcPts val="0"/>
              </a:spcAft>
              <a:buNone/>
            </a:pPr>
            <a:r>
              <a:rPr lang="en" sz="800"/>
              <a:t>- </a:t>
            </a:r>
            <a:r>
              <a:rPr lang="en" sz="800" b="1">
                <a:latin typeface="Sora"/>
                <a:ea typeface="Sora"/>
                <a:cs typeface="Sora"/>
                <a:sym typeface="Sora"/>
              </a:rPr>
              <a:t>Convert Passive to Promoter</a:t>
            </a:r>
            <a:r>
              <a:rPr lang="en" sz="800"/>
              <a:t>, dengan fokus ke customer dengan rating 4</a:t>
            </a:r>
            <a:endParaRPr sz="800"/>
          </a:p>
          <a:p>
            <a:pPr marL="0" lvl="0" indent="0" algn="l" rtl="0">
              <a:lnSpc>
                <a:spcPct val="150000"/>
              </a:lnSpc>
              <a:spcBef>
                <a:spcPts val="0"/>
              </a:spcBef>
              <a:spcAft>
                <a:spcPts val="0"/>
              </a:spcAft>
              <a:buNone/>
            </a:pPr>
            <a:r>
              <a:rPr lang="en" sz="800"/>
              <a:t>- </a:t>
            </a:r>
            <a:r>
              <a:rPr lang="en" sz="800" b="1">
                <a:latin typeface="Sora"/>
                <a:ea typeface="Sora"/>
                <a:cs typeface="Sora"/>
                <a:sym typeface="Sora"/>
              </a:rPr>
              <a:t>Address Negative Feedback</a:t>
            </a:r>
            <a:r>
              <a:rPr lang="en" sz="800"/>
              <a:t>, analisis keyword utama dari review negatif</a:t>
            </a:r>
            <a:endParaRPr sz="800"/>
          </a:p>
          <a:p>
            <a:pPr marL="0" lvl="0" indent="0" algn="l" rtl="0">
              <a:lnSpc>
                <a:spcPct val="150000"/>
              </a:lnSpc>
              <a:spcBef>
                <a:spcPts val="0"/>
              </a:spcBef>
              <a:spcAft>
                <a:spcPts val="0"/>
              </a:spcAft>
              <a:buNone/>
            </a:pPr>
            <a:r>
              <a:rPr lang="en" sz="800"/>
              <a:t>- </a:t>
            </a:r>
            <a:r>
              <a:rPr lang="en" sz="800" b="1">
                <a:latin typeface="Sora"/>
                <a:ea typeface="Sora"/>
                <a:cs typeface="Sora"/>
                <a:sym typeface="Sora"/>
              </a:rPr>
              <a:t>Leverage Positive Feedback</a:t>
            </a:r>
            <a:r>
              <a:rPr lang="en" sz="800"/>
              <a:t>, gunakan untuk marketing &amp; testimonial</a:t>
            </a:r>
            <a:endParaRPr sz="800"/>
          </a:p>
        </p:txBody>
      </p:sp>
      <p:sp>
        <p:nvSpPr>
          <p:cNvPr id="1090" name="Google Shape;1090;p83"/>
          <p:cNvSpPr txBox="1">
            <a:spLocks noGrp="1"/>
          </p:cNvSpPr>
          <p:nvPr>
            <p:ph type="title" idx="2"/>
          </p:nvPr>
        </p:nvSpPr>
        <p:spPr>
          <a:xfrm>
            <a:off x="272350" y="556050"/>
            <a:ext cx="7280700" cy="3786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sz="1400"/>
              <a:t>CSAT, NPS, CES &amp; Sentiment Insights</a:t>
            </a:r>
            <a:endParaRPr sz="1400"/>
          </a:p>
        </p:txBody>
      </p:sp>
      <p:pic>
        <p:nvPicPr>
          <p:cNvPr id="1091" name="Google Shape;1091;p83"/>
          <p:cNvPicPr preferRelativeResize="0"/>
          <p:nvPr/>
        </p:nvPicPr>
        <p:blipFill>
          <a:blip r:embed="rId3">
            <a:alphaModFix/>
          </a:blip>
          <a:stretch>
            <a:fillRect/>
          </a:stretch>
        </p:blipFill>
        <p:spPr>
          <a:xfrm>
            <a:off x="2577656" y="1185415"/>
            <a:ext cx="6412342" cy="3634562"/>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095"/>
        <p:cNvGrpSpPr/>
        <p:nvPr/>
      </p:nvGrpSpPr>
      <p:grpSpPr>
        <a:xfrm>
          <a:off x="0" y="0"/>
          <a:ext cx="0" cy="0"/>
          <a:chOff x="0" y="0"/>
          <a:chExt cx="0" cy="0"/>
        </a:xfrm>
      </p:grpSpPr>
      <p:sp>
        <p:nvSpPr>
          <p:cNvPr id="1096" name="Google Shape;1096;p84"/>
          <p:cNvSpPr txBox="1">
            <a:spLocks noGrp="1"/>
          </p:cNvSpPr>
          <p:nvPr>
            <p:ph type="body" idx="2"/>
          </p:nvPr>
        </p:nvSpPr>
        <p:spPr>
          <a:xfrm>
            <a:off x="4632600" y="246918"/>
            <a:ext cx="2896200" cy="14436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500">
                <a:latin typeface="IBM Plex Sans Medium"/>
                <a:ea typeface="IBM Plex Sans Medium"/>
                <a:cs typeface="IBM Plex Sans Medium"/>
                <a:sym typeface="IBM Plex Sans Medium"/>
              </a:rPr>
              <a:t>Q</a:t>
            </a:r>
            <a:endParaRPr sz="1500">
              <a:latin typeface="IBM Plex Sans Medium"/>
              <a:ea typeface="IBM Plex Sans Medium"/>
              <a:cs typeface="IBM Plex Sans Medium"/>
              <a:sym typeface="IBM Plex Sans Medium"/>
            </a:endParaRPr>
          </a:p>
          <a:p>
            <a:pPr marL="0" lvl="0" indent="0" algn="just" rtl="0">
              <a:spcBef>
                <a:spcPts val="800"/>
              </a:spcBef>
              <a:spcAft>
                <a:spcPts val="800"/>
              </a:spcAft>
              <a:buNone/>
            </a:pPr>
            <a:r>
              <a:rPr lang="en" sz="900">
                <a:latin typeface="Sora Light"/>
                <a:ea typeface="Sora Light"/>
                <a:cs typeface="Sora Light"/>
                <a:sym typeface="Sora Light"/>
              </a:rPr>
              <a:t>Mengapa penting bagi perusahaan untuk menganalisis kepuasan pelanggan dan sentimen dari ulasan yang mereka berikan? Jelaskan bagaimana insight dari kedua analisis tersebut dapat membantu meningkatkan kualitas layanan atau pengalaman pelanggan.</a:t>
            </a:r>
            <a:endParaRPr sz="900">
              <a:latin typeface="Sora Light"/>
              <a:ea typeface="Sora Light"/>
              <a:cs typeface="Sora Light"/>
              <a:sym typeface="Sora Light"/>
            </a:endParaRPr>
          </a:p>
        </p:txBody>
      </p:sp>
      <p:sp>
        <p:nvSpPr>
          <p:cNvPr id="1097" name="Google Shape;1097;p84"/>
          <p:cNvSpPr txBox="1">
            <a:spLocks noGrp="1"/>
          </p:cNvSpPr>
          <p:nvPr>
            <p:ph type="title" idx="3"/>
          </p:nvPr>
        </p:nvSpPr>
        <p:spPr>
          <a:xfrm>
            <a:off x="115025" y="502775"/>
            <a:ext cx="3905400" cy="12930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a:t>REFLECTION</a:t>
            </a:r>
            <a:endParaRPr/>
          </a:p>
          <a:p>
            <a:pPr marL="0" lvl="0" indent="0" algn="l" rtl="0">
              <a:lnSpc>
                <a:spcPct val="100000"/>
              </a:lnSpc>
              <a:spcBef>
                <a:spcPts val="0"/>
              </a:spcBef>
              <a:spcAft>
                <a:spcPts val="0"/>
              </a:spcAft>
              <a:buNone/>
            </a:pPr>
            <a:r>
              <a:rPr lang="en"/>
              <a:t>QUESTION 1</a:t>
            </a:r>
            <a:endParaRPr/>
          </a:p>
        </p:txBody>
      </p:sp>
      <p:sp>
        <p:nvSpPr>
          <p:cNvPr id="1098" name="Google Shape;1098;p84"/>
          <p:cNvSpPr txBox="1">
            <a:spLocks noGrp="1"/>
          </p:cNvSpPr>
          <p:nvPr>
            <p:ph type="body" idx="2"/>
          </p:nvPr>
        </p:nvSpPr>
        <p:spPr>
          <a:xfrm>
            <a:off x="4632600" y="1690512"/>
            <a:ext cx="2896200" cy="26712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500">
                <a:latin typeface="IBM Plex Sans Medium"/>
                <a:ea typeface="IBM Plex Sans Medium"/>
                <a:cs typeface="IBM Plex Sans Medium"/>
                <a:sym typeface="IBM Plex Sans Medium"/>
              </a:rPr>
              <a:t>A</a:t>
            </a:r>
            <a:endParaRPr sz="1500">
              <a:latin typeface="IBM Plex Sans Medium"/>
              <a:ea typeface="IBM Plex Sans Medium"/>
              <a:cs typeface="IBM Plex Sans Medium"/>
              <a:sym typeface="IBM Plex Sans Medium"/>
            </a:endParaRPr>
          </a:p>
          <a:p>
            <a:pPr marL="0" lvl="0" indent="0" algn="just" rtl="0">
              <a:spcBef>
                <a:spcPts val="800"/>
              </a:spcBef>
              <a:spcAft>
                <a:spcPts val="0"/>
              </a:spcAft>
              <a:buNone/>
            </a:pPr>
            <a:r>
              <a:rPr lang="en" sz="900">
                <a:latin typeface="Sora Light"/>
                <a:ea typeface="Sora Light"/>
                <a:cs typeface="Sora Light"/>
                <a:sym typeface="Sora Light"/>
              </a:rPr>
              <a:t>Analisis CSAT, NPS, dan CES memberikan gambaran kuantitatif tentang kepuasan dan loyalitas pelanggan, sedangkan sentiment analysis membantu memahami persepsi pelanggan dari ulasan mereka.</a:t>
            </a:r>
            <a:endParaRPr sz="900">
              <a:latin typeface="Sora Light"/>
              <a:ea typeface="Sora Light"/>
              <a:cs typeface="Sora Light"/>
              <a:sym typeface="Sora Light"/>
            </a:endParaRPr>
          </a:p>
          <a:p>
            <a:pPr marL="0" lvl="0" indent="0" algn="just" rtl="0">
              <a:spcBef>
                <a:spcPts val="800"/>
              </a:spcBef>
              <a:spcAft>
                <a:spcPts val="0"/>
              </a:spcAft>
              <a:buNone/>
            </a:pPr>
            <a:r>
              <a:rPr lang="en" sz="900">
                <a:latin typeface="Sora Light"/>
                <a:ea typeface="Sora Light"/>
                <a:cs typeface="Sora Light"/>
                <a:sym typeface="Sora Light"/>
              </a:rPr>
              <a:t>Dengan menggabungkan keduanya, perusahaan bisa mendapatkan insight yang lebih lengkap, termasuk menemukan ketidaksesuaian seperti rating tinggi tetapi sentimen negatif. Insight ini dapat digunakan untuk mengidentifikasi masalah dan meningkatkan kualitas layanan serta pengalaman pelanggan.</a:t>
            </a:r>
            <a:endParaRPr sz="900">
              <a:latin typeface="Sora Light"/>
              <a:ea typeface="Sora Light"/>
              <a:cs typeface="Sora Light"/>
              <a:sym typeface="Sora Light"/>
            </a:endParaRPr>
          </a:p>
          <a:p>
            <a:pPr marL="0" lvl="0" indent="0" algn="just" rtl="0">
              <a:spcBef>
                <a:spcPts val="800"/>
              </a:spcBef>
              <a:spcAft>
                <a:spcPts val="800"/>
              </a:spcAft>
              <a:buNone/>
            </a:pPr>
            <a:endParaRPr sz="900">
              <a:latin typeface="Sora Light"/>
              <a:ea typeface="Sora Light"/>
              <a:cs typeface="Sora Light"/>
              <a:sym typeface="Sora Light"/>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102"/>
        <p:cNvGrpSpPr/>
        <p:nvPr/>
      </p:nvGrpSpPr>
      <p:grpSpPr>
        <a:xfrm>
          <a:off x="0" y="0"/>
          <a:ext cx="0" cy="0"/>
          <a:chOff x="0" y="0"/>
          <a:chExt cx="0" cy="0"/>
        </a:xfrm>
      </p:grpSpPr>
      <p:sp>
        <p:nvSpPr>
          <p:cNvPr id="1103" name="Google Shape;1103;p85"/>
          <p:cNvSpPr txBox="1">
            <a:spLocks noGrp="1"/>
          </p:cNvSpPr>
          <p:nvPr>
            <p:ph type="body" idx="2"/>
          </p:nvPr>
        </p:nvSpPr>
        <p:spPr>
          <a:xfrm>
            <a:off x="4632600" y="267775"/>
            <a:ext cx="2896200" cy="17673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500">
                <a:latin typeface="IBM Plex Sans Medium"/>
                <a:ea typeface="IBM Plex Sans Medium"/>
                <a:cs typeface="IBM Plex Sans Medium"/>
                <a:sym typeface="IBM Plex Sans Medium"/>
              </a:rPr>
              <a:t>Q</a:t>
            </a:r>
            <a:endParaRPr sz="1500">
              <a:latin typeface="IBM Plex Sans Medium"/>
              <a:ea typeface="IBM Plex Sans Medium"/>
              <a:cs typeface="IBM Plex Sans Medium"/>
              <a:sym typeface="IBM Plex Sans Medium"/>
            </a:endParaRPr>
          </a:p>
          <a:p>
            <a:pPr marL="0" lvl="0" indent="0" algn="just" rtl="0">
              <a:spcBef>
                <a:spcPts val="800"/>
              </a:spcBef>
              <a:spcAft>
                <a:spcPts val="800"/>
              </a:spcAft>
              <a:buNone/>
            </a:pPr>
            <a:r>
              <a:rPr lang="en" sz="900">
                <a:latin typeface="Sora Light"/>
                <a:ea typeface="Sora Light"/>
                <a:cs typeface="Sora Light"/>
                <a:sym typeface="Sora Light"/>
              </a:rPr>
              <a:t>Data understanding dan preprocessing penting banget karena ngaruh langsung ke hasil analisis. Kalau data nggak dipahami atau masih kotor (misalnya ada URL, typo, dll), hasil sentiment bisa melenceng. Dengan data yang sudah bersih dan rapi, analisis jadi lebih akurat dan insight yang dihasilkan lebih bisa dipercaya.</a:t>
            </a:r>
            <a:endParaRPr sz="900">
              <a:latin typeface="Sora Light"/>
              <a:ea typeface="Sora Light"/>
              <a:cs typeface="Sora Light"/>
              <a:sym typeface="Sora Light"/>
            </a:endParaRPr>
          </a:p>
        </p:txBody>
      </p:sp>
      <p:sp>
        <p:nvSpPr>
          <p:cNvPr id="1104" name="Google Shape;1104;p85"/>
          <p:cNvSpPr txBox="1">
            <a:spLocks noGrp="1"/>
          </p:cNvSpPr>
          <p:nvPr>
            <p:ph type="title" idx="3"/>
          </p:nvPr>
        </p:nvSpPr>
        <p:spPr>
          <a:xfrm>
            <a:off x="115025" y="502775"/>
            <a:ext cx="3905400" cy="1293000"/>
          </a:xfrm>
          <a:prstGeom prst="rect">
            <a:avLst/>
          </a:prstGeom>
        </p:spPr>
        <p:txBody>
          <a:bodyPr spcFirstLastPara="1" wrap="square" lIns="91425" tIns="91425" rIns="91425" bIns="91425" anchor="t" anchorCtr="0">
            <a:spAutoFit/>
          </a:bodyPr>
          <a:lstStyle/>
          <a:p>
            <a:pPr marL="0" lvl="0" indent="0" algn="l" rtl="0">
              <a:lnSpc>
                <a:spcPct val="100000"/>
              </a:lnSpc>
              <a:spcBef>
                <a:spcPts val="0"/>
              </a:spcBef>
              <a:spcAft>
                <a:spcPts val="0"/>
              </a:spcAft>
              <a:buNone/>
            </a:pPr>
            <a:r>
              <a:rPr lang="en"/>
              <a:t>REFLECTION</a:t>
            </a:r>
            <a:endParaRPr/>
          </a:p>
          <a:p>
            <a:pPr marL="0" lvl="0" indent="0" algn="l" rtl="0">
              <a:lnSpc>
                <a:spcPct val="100000"/>
              </a:lnSpc>
              <a:spcBef>
                <a:spcPts val="0"/>
              </a:spcBef>
              <a:spcAft>
                <a:spcPts val="0"/>
              </a:spcAft>
              <a:buNone/>
            </a:pPr>
            <a:r>
              <a:rPr lang="en"/>
              <a:t>QUESTION 2</a:t>
            </a:r>
            <a:endParaRPr/>
          </a:p>
        </p:txBody>
      </p:sp>
      <p:sp>
        <p:nvSpPr>
          <p:cNvPr id="1105" name="Google Shape;1105;p85"/>
          <p:cNvSpPr txBox="1">
            <a:spLocks noGrp="1"/>
          </p:cNvSpPr>
          <p:nvPr>
            <p:ph type="body" idx="2"/>
          </p:nvPr>
        </p:nvSpPr>
        <p:spPr>
          <a:xfrm>
            <a:off x="4632600" y="2039650"/>
            <a:ext cx="2896200" cy="21840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 sz="1500">
                <a:latin typeface="IBM Plex Sans Medium"/>
                <a:ea typeface="IBM Plex Sans Medium"/>
                <a:cs typeface="IBM Plex Sans Medium"/>
                <a:sym typeface="IBM Plex Sans Medium"/>
              </a:rPr>
              <a:t>A</a:t>
            </a:r>
            <a:endParaRPr sz="1500">
              <a:latin typeface="IBM Plex Sans Medium"/>
              <a:ea typeface="IBM Plex Sans Medium"/>
              <a:cs typeface="IBM Plex Sans Medium"/>
              <a:sym typeface="IBM Plex Sans Medium"/>
            </a:endParaRPr>
          </a:p>
          <a:p>
            <a:pPr marL="0" lvl="0" indent="0" algn="just" rtl="0">
              <a:spcBef>
                <a:spcPts val="800"/>
              </a:spcBef>
              <a:spcAft>
                <a:spcPts val="0"/>
              </a:spcAft>
              <a:buNone/>
            </a:pPr>
            <a:r>
              <a:rPr lang="en" sz="900">
                <a:latin typeface="Sora Light"/>
                <a:ea typeface="Sora Light"/>
                <a:cs typeface="Sora Light"/>
                <a:sym typeface="Sora Light"/>
              </a:rPr>
              <a:t>Data understanding dan preprocessing sangat berpengaruh terhadap akurasi analisis karena menentukan kualitas data yang digunakan. Jika data tidak dipahami dengan baik atau masih mengandung noise, hasil analisis bisa menjadi tidak akurat. </a:t>
            </a:r>
            <a:endParaRPr sz="900">
              <a:latin typeface="Sora Light"/>
              <a:ea typeface="Sora Light"/>
              <a:cs typeface="Sora Light"/>
              <a:sym typeface="Sora Light"/>
            </a:endParaRPr>
          </a:p>
          <a:p>
            <a:pPr marL="0" lvl="0" indent="0" algn="just" rtl="0">
              <a:spcBef>
                <a:spcPts val="800"/>
              </a:spcBef>
              <a:spcAft>
                <a:spcPts val="0"/>
              </a:spcAft>
              <a:buNone/>
            </a:pPr>
            <a:r>
              <a:rPr lang="en" sz="900">
                <a:latin typeface="Sora Light"/>
                <a:ea typeface="Sora Light"/>
                <a:cs typeface="Sora Light"/>
                <a:sym typeface="Sora Light"/>
              </a:rPr>
              <a:t>Dengan melakukan pembersihan dan persiapan data terlebih dahulu, hasil analisis menjadi lebih valid dan dapat diandalkan untuk pengambilan keputusan.</a:t>
            </a:r>
            <a:endParaRPr sz="900">
              <a:latin typeface="Sora Light"/>
              <a:ea typeface="Sora Light"/>
              <a:cs typeface="Sora Light"/>
              <a:sym typeface="Sora Light"/>
            </a:endParaRPr>
          </a:p>
          <a:p>
            <a:pPr marL="0" lvl="0" indent="0" algn="just" rtl="0">
              <a:spcBef>
                <a:spcPts val="800"/>
              </a:spcBef>
              <a:spcAft>
                <a:spcPts val="800"/>
              </a:spcAft>
              <a:buNone/>
            </a:pPr>
            <a:endParaRPr sz="900">
              <a:latin typeface="Sora Light"/>
              <a:ea typeface="Sora Light"/>
              <a:cs typeface="Sora Light"/>
              <a:sym typeface="Sora Light"/>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109"/>
        <p:cNvGrpSpPr/>
        <p:nvPr/>
      </p:nvGrpSpPr>
      <p:grpSpPr>
        <a:xfrm>
          <a:off x="0" y="0"/>
          <a:ext cx="0" cy="0"/>
          <a:chOff x="0" y="0"/>
          <a:chExt cx="0" cy="0"/>
        </a:xfrm>
      </p:grpSpPr>
      <p:sp>
        <p:nvSpPr>
          <p:cNvPr id="1110" name="Google Shape;1110;p86"/>
          <p:cNvSpPr txBox="1">
            <a:spLocks noGrp="1"/>
          </p:cNvSpPr>
          <p:nvPr>
            <p:ph type="title"/>
          </p:nvPr>
        </p:nvSpPr>
        <p:spPr>
          <a:xfrm>
            <a:off x="2662050" y="1569925"/>
            <a:ext cx="3819900" cy="1031400"/>
          </a:xfrm>
          <a:prstGeom prst="rect">
            <a:avLst/>
          </a:prstGeom>
        </p:spPr>
        <p:txBody>
          <a:bodyPr spcFirstLastPara="1" wrap="square" lIns="91425" tIns="91425" rIns="91425" bIns="91425" anchor="t" anchorCtr="0">
            <a:spAutoFit/>
          </a:bodyPr>
          <a:lstStyle/>
          <a:p>
            <a:pPr marL="0" lvl="0" indent="0" algn="ctr" rtl="0">
              <a:spcBef>
                <a:spcPts val="0"/>
              </a:spcBef>
              <a:spcAft>
                <a:spcPts val="0"/>
              </a:spcAft>
              <a:buNone/>
            </a:pPr>
            <a:r>
              <a:rPr lang="en"/>
              <a:t>Thank you</a:t>
            </a: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GEOMETRIC OVERLAYS">
  <a:themeElements>
    <a:clrScheme name="Simple Light">
      <a:dk1>
        <a:srgbClr val="FFFFFF"/>
      </a:dk1>
      <a:lt1>
        <a:srgbClr val="353535"/>
      </a:lt1>
      <a:dk2>
        <a:srgbClr val="E3DFD6"/>
      </a:dk2>
      <a:lt2>
        <a:srgbClr val="F0B03B"/>
      </a:lt2>
      <a:accent1>
        <a:srgbClr val="FFEB67"/>
      </a:accent1>
      <a:accent2>
        <a:srgbClr val="FF5777"/>
      </a:accent2>
      <a:accent3>
        <a:srgbClr val="41CC6B"/>
      </a:accent3>
      <a:accent4>
        <a:srgbClr val="4285F4"/>
      </a:accent4>
      <a:accent5>
        <a:srgbClr val="69615E"/>
      </a:accent5>
      <a:accent6>
        <a:srgbClr val="FF866D"/>
      </a:accent6>
      <a:hlink>
        <a:srgbClr val="2A2929"/>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894</Words>
  <Application>Microsoft Office PowerPoint</Application>
  <PresentationFormat>On-screen Show (16:9)</PresentationFormat>
  <Paragraphs>143</Paragraphs>
  <Slides>24</Slides>
  <Notes>24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24</vt:i4>
      </vt:variant>
    </vt:vector>
  </HeadingPairs>
  <TitlesOfParts>
    <vt:vector size="35" baseType="lpstr">
      <vt:lpstr>Sora</vt:lpstr>
      <vt:lpstr>Sora SemiBold</vt:lpstr>
      <vt:lpstr>Arial</vt:lpstr>
      <vt:lpstr>Sora ExtraLight</vt:lpstr>
      <vt:lpstr>Sora Light</vt:lpstr>
      <vt:lpstr>IBM Plex Sans Medium</vt:lpstr>
      <vt:lpstr>IBM Plex Sans SemiBold</vt:lpstr>
      <vt:lpstr>Sora Medium</vt:lpstr>
      <vt:lpstr>IBM Plex Sans</vt:lpstr>
      <vt:lpstr>Simple Light</vt:lpstr>
      <vt:lpstr>GEOMETRIC OVERLAYS</vt:lpstr>
      <vt:lpstr>Customer Satisfaction &amp; Sentiment Analysis</vt:lpstr>
      <vt:lpstr>Data Understanding &amp; Preparation</vt:lpstr>
      <vt:lpstr>Understanding Dataset &amp; Structure</vt:lpstr>
      <vt:lpstr>Data Quality Assessment</vt:lpstr>
      <vt:lpstr>Data Cleaning &amp; Preparation</vt:lpstr>
      <vt:lpstr>Customer Satisfaction Metrics</vt:lpstr>
      <vt:lpstr>Method Analysis</vt:lpstr>
      <vt:lpstr>Customer Satisfaction Score (CSAT)</vt:lpstr>
      <vt:lpstr>Net Promoter Score (NPS)</vt:lpstr>
      <vt:lpstr>Customer Effort Score (CES)</vt:lpstr>
      <vt:lpstr>Sentiment Analysis</vt:lpstr>
      <vt:lpstr>Sentiment Analysis Method</vt:lpstr>
      <vt:lpstr>Text Preprocessing</vt:lpstr>
      <vt:lpstr>Sentiment Scoring</vt:lpstr>
      <vt:lpstr>Sentiment Classification</vt:lpstr>
      <vt:lpstr>Sentiment Aggregation</vt:lpstr>
      <vt:lpstr>Validation with Rating Data</vt:lpstr>
      <vt:lpstr>Dashboard</vt:lpstr>
      <vt:lpstr>Customer Satisfaction &amp; Sentiment Analysis</vt:lpstr>
      <vt:lpstr>Customer Satisfaction &amp; Sentiment Analysis</vt:lpstr>
      <vt:lpstr>Customer Satisfaction &amp; Sentiment Analysis</vt:lpstr>
      <vt:lpstr>REFLECTION QUESTION 1</vt:lpstr>
      <vt:lpstr>REFLECTION QUESTION 2</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Akmal Zuhdy Prasetya</cp:lastModifiedBy>
  <cp:revision>1</cp:revision>
  <dcterms:modified xsi:type="dcterms:W3CDTF">2026-05-19T11:24:28Z</dcterms:modified>
</cp:coreProperties>
</file>